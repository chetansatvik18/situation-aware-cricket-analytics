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73" r:id="rId10"/>
    <p:sldId id="264" r:id="rId11"/>
    <p:sldId id="266" r:id="rId12"/>
    <p:sldId id="270" r:id="rId13"/>
    <p:sldId id="268" r:id="rId14"/>
    <p:sldId id="274" r:id="rId15"/>
    <p:sldId id="277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292"/>
    <p:restoredTop sz="94646"/>
  </p:normalViewPr>
  <p:slideViewPr>
    <p:cSldViewPr snapToGrid="0">
      <p:cViewPr varScale="1">
        <p:scale>
          <a:sx n="70" d="100"/>
          <a:sy n="70" d="100"/>
        </p:scale>
        <p:origin x="22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B0F7D69-D93C-4C38-A23D-76E000D691CD}"/>
              </a:ext>
            </a:extLst>
          </p:cNvPr>
          <p:cNvSpPr/>
          <p:nvPr/>
        </p:nvSpPr>
        <p:spPr>
          <a:xfrm>
            <a:off x="0" y="0"/>
            <a:ext cx="3496422" cy="6858000"/>
          </a:xfrm>
          <a:custGeom>
            <a:avLst/>
            <a:gdLst>
              <a:gd name="connsiteX0" fmla="*/ 0 w 3496422"/>
              <a:gd name="connsiteY0" fmla="*/ 0 h 6858000"/>
              <a:gd name="connsiteX1" fmla="*/ 1873399 w 3496422"/>
              <a:gd name="connsiteY1" fmla="*/ 0 h 6858000"/>
              <a:gd name="connsiteX2" fmla="*/ 1895523 w 3496422"/>
              <a:gd name="connsiteY2" fmla="*/ 14997 h 6858000"/>
              <a:gd name="connsiteX3" fmla="*/ 3496422 w 3496422"/>
              <a:gd name="connsiteY3" fmla="*/ 3621656 h 6858000"/>
              <a:gd name="connsiteX4" fmla="*/ 1622072 w 3496422"/>
              <a:gd name="connsiteY4" fmla="*/ 6374814 h 6858000"/>
              <a:gd name="connsiteX5" fmla="*/ 1105424 w 3496422"/>
              <a:gd name="connsiteY5" fmla="*/ 6780599 h 6858000"/>
              <a:gd name="connsiteX6" fmla="*/ 993668 w 3496422"/>
              <a:gd name="connsiteY6" fmla="*/ 6858000 h 6858000"/>
              <a:gd name="connsiteX7" fmla="*/ 0 w 3496422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54295" y="1346268"/>
            <a:ext cx="7060135" cy="3285207"/>
          </a:xfrm>
        </p:spPr>
        <p:txBody>
          <a:bodyPr anchor="b">
            <a:noAutofit/>
          </a:bodyPr>
          <a:lstStyle>
            <a:lvl1pPr algn="l">
              <a:lnSpc>
                <a:spcPct val="120000"/>
              </a:lnSpc>
              <a:defRPr sz="54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62312" y="4631475"/>
            <a:ext cx="7052117" cy="1150200"/>
          </a:xfrm>
        </p:spPr>
        <p:txBody>
          <a:bodyPr lIns="109728" tIns="109728" rIns="109728" bIns="91440" anchor="t">
            <a:normAutofit/>
          </a:bodyPr>
          <a:lstStyle>
            <a:lvl1pPr marL="0" indent="0" algn="l">
              <a:lnSpc>
                <a:spcPct val="130000"/>
              </a:lnSpc>
              <a:buNone/>
              <a:defRPr sz="24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23E5C65-E22A-4865-9449-10140D62B6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54295" y="617415"/>
            <a:ext cx="7123723" cy="457200"/>
          </a:xfrm>
        </p:spPr>
        <p:txBody>
          <a:bodyPr/>
          <a:lstStyle>
            <a:lvl1pPr algn="l">
              <a:defRPr/>
            </a:lvl1pPr>
          </a:lstStyle>
          <a:p>
            <a:fld id="{12241623-A064-4BED-B073-BA4D61433402}" type="datetime1">
              <a:rPr lang="en-US" smtClean="0"/>
              <a:t>4/22/2026</a:t>
            </a:fld>
            <a:endParaRPr lang="en-US" dirty="0"/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EF9C3DE0-E7F5-4B4D-B5AF-CDE724CE7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54295" y="6170490"/>
            <a:ext cx="5588349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48C1E146-840A-4217-B63E-62E5CF890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5600" y="6170490"/>
            <a:ext cx="1198829" cy="457200"/>
          </a:xfrm>
        </p:spPr>
        <p:txBody>
          <a:bodyPr/>
          <a:lstStyle>
            <a:lvl1pPr algn="r">
              <a:defRPr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8CD419D4-EA9D-42D9-BF62-B07F0B7B672B}"/>
              </a:ext>
            </a:extLst>
          </p:cNvPr>
          <p:cNvSpPr/>
          <p:nvPr/>
        </p:nvSpPr>
        <p:spPr>
          <a:xfrm>
            <a:off x="1375409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1C6FEC9B-9608-4181-A9E5-A1B80E72021C}"/>
              </a:ext>
            </a:extLst>
          </p:cNvPr>
          <p:cNvSpPr/>
          <p:nvPr/>
        </p:nvSpPr>
        <p:spPr>
          <a:xfrm>
            <a:off x="1155402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B1564ED-F26F-451D-97D6-A6EC3E83FD55}"/>
              </a:ext>
            </a:extLst>
          </p:cNvPr>
          <p:cNvSpPr/>
          <p:nvPr/>
        </p:nvSpPr>
        <p:spPr>
          <a:xfrm>
            <a:off x="924161" y="0"/>
            <a:ext cx="2261351" cy="6858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39238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923EF53-7767-4C94-BEF6-D45292794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3E5F3-28EE-488F-BD53-B744C06C3DEC}" type="datetime1">
              <a:rPr lang="en-US" smtClean="0"/>
              <a:t>4/22/2026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ACF12700-F905-4CFA-970C-C81E05A64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A1B1EE2-BCA3-432B-A32D-B04C7F1DD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3407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B84A89F5-6982-40AE-8108-88B93E85C8FF}"/>
              </a:ext>
            </a:extLst>
          </p:cNvPr>
          <p:cNvGrpSpPr/>
          <p:nvPr/>
        </p:nvGrpSpPr>
        <p:grpSpPr>
          <a:xfrm>
            <a:off x="3124577" y="0"/>
            <a:ext cx="4389519" cy="2916937"/>
            <a:chOff x="3124577" y="0"/>
            <a:chExt cx="4389519" cy="2916937"/>
          </a:xfrm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80BED93-E30B-4492-A268-84C33CA4F067}"/>
                </a:ext>
              </a:extLst>
            </p:cNvPr>
            <p:cNvSpPr/>
            <p:nvPr/>
          </p:nvSpPr>
          <p:spPr>
            <a:xfrm>
              <a:off x="3320637" y="0"/>
              <a:ext cx="4013331" cy="2742133"/>
            </a:xfrm>
            <a:custGeom>
              <a:avLst/>
              <a:gdLst>
                <a:gd name="connsiteX0" fmla="*/ 294151 w 4013331"/>
                <a:gd name="connsiteY0" fmla="*/ 0 h 2742133"/>
                <a:gd name="connsiteX1" fmla="*/ 3844057 w 4013331"/>
                <a:gd name="connsiteY1" fmla="*/ 0 h 2742133"/>
                <a:gd name="connsiteX2" fmla="*/ 3892490 w 4013331"/>
                <a:gd name="connsiteY2" fmla="*/ 131440 h 2742133"/>
                <a:gd name="connsiteX3" fmla="*/ 4013331 w 4013331"/>
                <a:gd name="connsiteY3" fmla="*/ 941251 h 2742133"/>
                <a:gd name="connsiteX4" fmla="*/ 3804827 w 4013331"/>
                <a:gd name="connsiteY4" fmla="*/ 1540292 h 2742133"/>
                <a:gd name="connsiteX5" fmla="*/ 3187498 w 4013331"/>
                <a:gd name="connsiteY5" fmla="*/ 2098087 h 2742133"/>
                <a:gd name="connsiteX6" fmla="*/ 3051769 w 4013331"/>
                <a:gd name="connsiteY6" fmla="*/ 2204787 h 2742133"/>
                <a:gd name="connsiteX7" fmla="*/ 1936476 w 4013331"/>
                <a:gd name="connsiteY7" fmla="*/ 2742133 h 2742133"/>
                <a:gd name="connsiteX8" fmla="*/ 467303 w 4013331"/>
                <a:gd name="connsiteY8" fmla="*/ 1868695 h 2742133"/>
                <a:gd name="connsiteX9" fmla="*/ 310732 w 4013331"/>
                <a:gd name="connsiteY9" fmla="*/ 1645244 h 2742133"/>
                <a:gd name="connsiteX10" fmla="*/ 0 w 4013331"/>
                <a:gd name="connsiteY10" fmla="*/ 941251 h 2742133"/>
                <a:gd name="connsiteX11" fmla="*/ 187749 w 4013331"/>
                <a:gd name="connsiteY11" fmla="*/ 183076 h 2742133"/>
                <a:gd name="connsiteX12" fmla="*/ 288888 w 4013331"/>
                <a:gd name="connsiteY12" fmla="*/ 7329 h 2742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013331" h="2742133">
                  <a:moveTo>
                    <a:pt x="294151" y="0"/>
                  </a:moveTo>
                  <a:lnTo>
                    <a:pt x="3844057" y="0"/>
                  </a:lnTo>
                  <a:lnTo>
                    <a:pt x="3892490" y="131440"/>
                  </a:lnTo>
                  <a:cubicBezTo>
                    <a:pt x="3971777" y="378867"/>
                    <a:pt x="4013331" y="652783"/>
                    <a:pt x="4013331" y="941251"/>
                  </a:cubicBezTo>
                  <a:cubicBezTo>
                    <a:pt x="4013331" y="1171430"/>
                    <a:pt x="3948997" y="1356167"/>
                    <a:pt x="3804827" y="1540292"/>
                  </a:cubicBezTo>
                  <a:cubicBezTo>
                    <a:pt x="3654026" y="1732895"/>
                    <a:pt x="3427436" y="1910292"/>
                    <a:pt x="3187498" y="2098087"/>
                  </a:cubicBezTo>
                  <a:cubicBezTo>
                    <a:pt x="3143231" y="2132693"/>
                    <a:pt x="3097499" y="2168522"/>
                    <a:pt x="3051769" y="2204787"/>
                  </a:cubicBezTo>
                  <a:cubicBezTo>
                    <a:pt x="2642425" y="2529345"/>
                    <a:pt x="2343664" y="2742133"/>
                    <a:pt x="1936476" y="2742133"/>
                  </a:cubicBezTo>
                  <a:cubicBezTo>
                    <a:pt x="1316045" y="2742133"/>
                    <a:pt x="876647" y="2480932"/>
                    <a:pt x="467303" y="1868695"/>
                  </a:cubicBezTo>
                  <a:cubicBezTo>
                    <a:pt x="413736" y="1788559"/>
                    <a:pt x="361372" y="1715679"/>
                    <a:pt x="310732" y="1645244"/>
                  </a:cubicBezTo>
                  <a:cubicBezTo>
                    <a:pt x="100850" y="1353195"/>
                    <a:pt x="0" y="1201315"/>
                    <a:pt x="0" y="941251"/>
                  </a:cubicBezTo>
                  <a:cubicBezTo>
                    <a:pt x="0" y="683021"/>
                    <a:pt x="63214" y="427935"/>
                    <a:pt x="187749" y="183076"/>
                  </a:cubicBezTo>
                  <a:cubicBezTo>
                    <a:pt x="218215" y="123194"/>
                    <a:pt x="251953" y="64578"/>
                    <a:pt x="288888" y="7329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965F60C1-CD8B-4326-9B24-3D197CF382A6}"/>
                </a:ext>
              </a:extLst>
            </p:cNvPr>
            <p:cNvSpPr/>
            <p:nvPr/>
          </p:nvSpPr>
          <p:spPr>
            <a:xfrm>
              <a:off x="3566319" y="0"/>
              <a:ext cx="3401415" cy="2440484"/>
            </a:xfrm>
            <a:custGeom>
              <a:avLst/>
              <a:gdLst>
                <a:gd name="connsiteX0" fmla="*/ 332917 w 3401415"/>
                <a:gd name="connsiteY0" fmla="*/ 0 h 2440484"/>
                <a:gd name="connsiteX1" fmla="*/ 3207137 w 3401415"/>
                <a:gd name="connsiteY1" fmla="*/ 0 h 2440484"/>
                <a:gd name="connsiteX2" fmla="*/ 3242654 w 3401415"/>
                <a:gd name="connsiteY2" fmla="*/ 74937 h 2440484"/>
                <a:gd name="connsiteX3" fmla="*/ 3401415 w 3401415"/>
                <a:gd name="connsiteY3" fmla="*/ 914184 h 2440484"/>
                <a:gd name="connsiteX4" fmla="*/ 3224702 w 3401415"/>
                <a:gd name="connsiteY4" fmla="*/ 1421888 h 2440484"/>
                <a:gd name="connsiteX5" fmla="*/ 2701498 w 3401415"/>
                <a:gd name="connsiteY5" fmla="*/ 1894635 h 2440484"/>
                <a:gd name="connsiteX6" fmla="*/ 2586463 w 3401415"/>
                <a:gd name="connsiteY6" fmla="*/ 1985068 h 2440484"/>
                <a:gd name="connsiteX7" fmla="*/ 1641219 w 3401415"/>
                <a:gd name="connsiteY7" fmla="*/ 2440484 h 2440484"/>
                <a:gd name="connsiteX8" fmla="*/ 396053 w 3401415"/>
                <a:gd name="connsiteY8" fmla="*/ 1700219 h 2440484"/>
                <a:gd name="connsiteX9" fmla="*/ 263354 w 3401415"/>
                <a:gd name="connsiteY9" fmla="*/ 1510839 h 2440484"/>
                <a:gd name="connsiteX10" fmla="*/ 0 w 3401415"/>
                <a:gd name="connsiteY10" fmla="*/ 914184 h 2440484"/>
                <a:gd name="connsiteX11" fmla="*/ 159122 w 3401415"/>
                <a:gd name="connsiteY11" fmla="*/ 271610 h 2440484"/>
                <a:gd name="connsiteX12" fmla="*/ 244841 w 3401415"/>
                <a:gd name="connsiteY12" fmla="*/ 122658 h 244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401415" h="2440484">
                  <a:moveTo>
                    <a:pt x="332917" y="0"/>
                  </a:moveTo>
                  <a:lnTo>
                    <a:pt x="3207137" y="0"/>
                  </a:lnTo>
                  <a:lnTo>
                    <a:pt x="3242654" y="74937"/>
                  </a:lnTo>
                  <a:cubicBezTo>
                    <a:pt x="3346386" y="322243"/>
                    <a:pt x="3401415" y="608579"/>
                    <a:pt x="3401415" y="914184"/>
                  </a:cubicBezTo>
                  <a:cubicBezTo>
                    <a:pt x="3401415" y="1109268"/>
                    <a:pt x="3346890" y="1265837"/>
                    <a:pt x="3224702" y="1421888"/>
                  </a:cubicBezTo>
                  <a:cubicBezTo>
                    <a:pt x="3096894" y="1585125"/>
                    <a:pt x="2904852" y="1735475"/>
                    <a:pt x="2701498" y="1894635"/>
                  </a:cubicBezTo>
                  <a:cubicBezTo>
                    <a:pt x="2663980" y="1923966"/>
                    <a:pt x="2625221" y="1954332"/>
                    <a:pt x="2586463" y="1985068"/>
                  </a:cubicBezTo>
                  <a:cubicBezTo>
                    <a:pt x="2239532" y="2260140"/>
                    <a:pt x="1986324" y="2440484"/>
                    <a:pt x="1641219" y="2440484"/>
                  </a:cubicBezTo>
                  <a:cubicBezTo>
                    <a:pt x="1115386" y="2440484"/>
                    <a:pt x="742984" y="2219109"/>
                    <a:pt x="396053" y="1700219"/>
                  </a:cubicBezTo>
                  <a:cubicBezTo>
                    <a:pt x="350653" y="1632303"/>
                    <a:pt x="306273" y="1570535"/>
                    <a:pt x="263354" y="1510839"/>
                  </a:cubicBezTo>
                  <a:cubicBezTo>
                    <a:pt x="85473" y="1263318"/>
                    <a:pt x="0" y="1134597"/>
                    <a:pt x="0" y="914184"/>
                  </a:cubicBezTo>
                  <a:cubicBezTo>
                    <a:pt x="0" y="695327"/>
                    <a:pt x="53576" y="479135"/>
                    <a:pt x="159122" y="271610"/>
                  </a:cubicBezTo>
                  <a:cubicBezTo>
                    <a:pt x="184943" y="220858"/>
                    <a:pt x="213538" y="171179"/>
                    <a:pt x="244841" y="122658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69511D06-104E-440E-8049-4CDCE4B87E96}"/>
                </a:ext>
              </a:extLst>
            </p:cNvPr>
            <p:cNvSpPr/>
            <p:nvPr/>
          </p:nvSpPr>
          <p:spPr>
            <a:xfrm>
              <a:off x="3232490" y="0"/>
              <a:ext cx="4164597" cy="2817185"/>
            </a:xfrm>
            <a:custGeom>
              <a:avLst/>
              <a:gdLst>
                <a:gd name="connsiteX0" fmla="*/ 237339 w 4130517"/>
                <a:gd name="connsiteY0" fmla="*/ 0 h 2806419"/>
                <a:gd name="connsiteX1" fmla="*/ 3997489 w 4130517"/>
                <a:gd name="connsiteY1" fmla="*/ 0 h 2806419"/>
                <a:gd name="connsiteX2" fmla="*/ 4006148 w 4130517"/>
                <a:gd name="connsiteY2" fmla="*/ 24333 h 2806419"/>
                <a:gd name="connsiteX3" fmla="*/ 4130517 w 4130517"/>
                <a:gd name="connsiteY3" fmla="*/ 887307 h 2806419"/>
                <a:gd name="connsiteX4" fmla="*/ 3915925 w 4130517"/>
                <a:gd name="connsiteY4" fmla="*/ 1525677 h 2806419"/>
                <a:gd name="connsiteX5" fmla="*/ 3280571 w 4130517"/>
                <a:gd name="connsiteY5" fmla="*/ 2120090 h 2806419"/>
                <a:gd name="connsiteX6" fmla="*/ 3140878 w 4130517"/>
                <a:gd name="connsiteY6" fmla="*/ 2233796 h 2806419"/>
                <a:gd name="connsiteX7" fmla="*/ 1993019 w 4130517"/>
                <a:gd name="connsiteY7" fmla="*/ 2806419 h 2806419"/>
                <a:gd name="connsiteX8" fmla="*/ 480948 w 4130517"/>
                <a:gd name="connsiteY8" fmla="*/ 1875638 h 2806419"/>
                <a:gd name="connsiteX9" fmla="*/ 319805 w 4130517"/>
                <a:gd name="connsiteY9" fmla="*/ 1637519 h 2806419"/>
                <a:gd name="connsiteX10" fmla="*/ 0 w 4130517"/>
                <a:gd name="connsiteY10" fmla="*/ 887307 h 2806419"/>
                <a:gd name="connsiteX11" fmla="*/ 193231 w 4130517"/>
                <a:gd name="connsiteY11" fmla="*/ 79360 h 2806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130517" h="2806419">
                  <a:moveTo>
                    <a:pt x="237339" y="0"/>
                  </a:moveTo>
                  <a:lnTo>
                    <a:pt x="3997489" y="0"/>
                  </a:lnTo>
                  <a:lnTo>
                    <a:pt x="4006148" y="24333"/>
                  </a:lnTo>
                  <a:cubicBezTo>
                    <a:pt x="4087750" y="288004"/>
                    <a:pt x="4130517" y="579903"/>
                    <a:pt x="4130517" y="887307"/>
                  </a:cubicBezTo>
                  <a:cubicBezTo>
                    <a:pt x="4130517" y="1132599"/>
                    <a:pt x="4064304" y="1329464"/>
                    <a:pt x="3915925" y="1525677"/>
                  </a:cubicBezTo>
                  <a:cubicBezTo>
                    <a:pt x="3760721" y="1730924"/>
                    <a:pt x="3527514" y="1919967"/>
                    <a:pt x="3280571" y="2120090"/>
                  </a:cubicBezTo>
                  <a:cubicBezTo>
                    <a:pt x="3235011" y="2156968"/>
                    <a:pt x="3187944" y="2195151"/>
                    <a:pt x="3140878" y="2233796"/>
                  </a:cubicBezTo>
                  <a:cubicBezTo>
                    <a:pt x="2719582" y="2579662"/>
                    <a:pt x="2412097" y="2806419"/>
                    <a:pt x="1993019" y="2806419"/>
                  </a:cubicBezTo>
                  <a:cubicBezTo>
                    <a:pt x="1354472" y="2806419"/>
                    <a:pt x="902244" y="2528070"/>
                    <a:pt x="480948" y="1875638"/>
                  </a:cubicBezTo>
                  <a:cubicBezTo>
                    <a:pt x="425816" y="1790244"/>
                    <a:pt x="371924" y="1712578"/>
                    <a:pt x="319805" y="1637519"/>
                  </a:cubicBezTo>
                  <a:cubicBezTo>
                    <a:pt x="103795" y="1326296"/>
                    <a:pt x="0" y="1164446"/>
                    <a:pt x="0" y="887307"/>
                  </a:cubicBezTo>
                  <a:cubicBezTo>
                    <a:pt x="0" y="612125"/>
                    <a:pt x="65060" y="340293"/>
                    <a:pt x="193231" y="7936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164F6B39-7B0A-4839-9F52-1FFA2044F248}"/>
                </a:ext>
              </a:extLst>
            </p:cNvPr>
            <p:cNvSpPr/>
            <p:nvPr/>
          </p:nvSpPr>
          <p:spPr>
            <a:xfrm>
              <a:off x="3124577" y="0"/>
              <a:ext cx="4389519" cy="2916937"/>
            </a:xfrm>
            <a:custGeom>
              <a:avLst/>
              <a:gdLst>
                <a:gd name="connsiteX0" fmla="*/ 208215 w 4389519"/>
                <a:gd name="connsiteY0" fmla="*/ 0 h 2916937"/>
                <a:gd name="connsiteX1" fmla="*/ 4284014 w 4389519"/>
                <a:gd name="connsiteY1" fmla="*/ 0 h 2916937"/>
                <a:gd name="connsiteX2" fmla="*/ 4335794 w 4389519"/>
                <a:gd name="connsiteY2" fmla="*/ 207911 h 2916937"/>
                <a:gd name="connsiteX3" fmla="*/ 4376420 w 4389519"/>
                <a:gd name="connsiteY3" fmla="*/ 1078865 h 2916937"/>
                <a:gd name="connsiteX4" fmla="*/ 4090147 w 4389519"/>
                <a:gd name="connsiteY4" fmla="*/ 1734728 h 2916937"/>
                <a:gd name="connsiteX5" fmla="*/ 3362552 w 4389519"/>
                <a:gd name="connsiteY5" fmla="*/ 2305097 h 2916937"/>
                <a:gd name="connsiteX6" fmla="*/ 3204152 w 4389519"/>
                <a:gd name="connsiteY6" fmla="*/ 2412521 h 2916937"/>
                <a:gd name="connsiteX7" fmla="*/ 1936072 w 4389519"/>
                <a:gd name="connsiteY7" fmla="*/ 2912360 h 2916937"/>
                <a:gd name="connsiteX8" fmla="*/ 421690 w 4389519"/>
                <a:gd name="connsiteY8" fmla="*/ 1787063 h 2916937"/>
                <a:gd name="connsiteX9" fmla="*/ 273167 w 4389519"/>
                <a:gd name="connsiteY9" fmla="*/ 1520080 h 2916937"/>
                <a:gd name="connsiteX10" fmla="*/ 4118 w 4389519"/>
                <a:gd name="connsiteY10" fmla="*/ 696338 h 2916937"/>
                <a:gd name="connsiteX11" fmla="*/ 175984 w 4389519"/>
                <a:gd name="connsiteY11" fmla="*/ 60381 h 291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89519" h="2916937">
                  <a:moveTo>
                    <a:pt x="208215" y="0"/>
                  </a:moveTo>
                  <a:lnTo>
                    <a:pt x="4284014" y="0"/>
                  </a:lnTo>
                  <a:lnTo>
                    <a:pt x="4335794" y="207911"/>
                  </a:lnTo>
                  <a:cubicBezTo>
                    <a:pt x="4388748" y="479686"/>
                    <a:pt x="4403109" y="773803"/>
                    <a:pt x="4376420" y="1078865"/>
                  </a:cubicBezTo>
                  <a:cubicBezTo>
                    <a:pt x="4353703" y="1338514"/>
                    <a:pt x="4265383" y="1540772"/>
                    <a:pt x="4090147" y="1734728"/>
                  </a:cubicBezTo>
                  <a:cubicBezTo>
                    <a:pt x="3906850" y="1937616"/>
                    <a:pt x="3642485" y="2116128"/>
                    <a:pt x="3362552" y="2305097"/>
                  </a:cubicBezTo>
                  <a:cubicBezTo>
                    <a:pt x="3310910" y="2339914"/>
                    <a:pt x="3257553" y="2375972"/>
                    <a:pt x="3204152" y="2412521"/>
                  </a:cubicBezTo>
                  <a:cubicBezTo>
                    <a:pt x="2726165" y="2739616"/>
                    <a:pt x="2379682" y="2951171"/>
                    <a:pt x="1936072" y="2912360"/>
                  </a:cubicBezTo>
                  <a:cubicBezTo>
                    <a:pt x="1260148" y="2853224"/>
                    <a:pt x="807225" y="2516700"/>
                    <a:pt x="421690" y="1787063"/>
                  </a:cubicBezTo>
                  <a:cubicBezTo>
                    <a:pt x="371240" y="1691563"/>
                    <a:pt x="321385" y="1604361"/>
                    <a:pt x="273167" y="1520080"/>
                  </a:cubicBezTo>
                  <a:cubicBezTo>
                    <a:pt x="73334" y="1170636"/>
                    <a:pt x="-21548" y="989700"/>
                    <a:pt x="4118" y="696338"/>
                  </a:cubicBezTo>
                  <a:cubicBezTo>
                    <a:pt x="23232" y="477870"/>
                    <a:pt x="80908" y="264786"/>
                    <a:pt x="175984" y="6038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3099122-D80B-4389-A1CF-52C635217F4B}"/>
              </a:ext>
            </a:extLst>
          </p:cNvPr>
          <p:cNvGrpSpPr/>
          <p:nvPr/>
        </p:nvGrpSpPr>
        <p:grpSpPr>
          <a:xfrm>
            <a:off x="8122942" y="0"/>
            <a:ext cx="4069058" cy="3547008"/>
            <a:chOff x="8122942" y="0"/>
            <a:chExt cx="4069058" cy="3547008"/>
          </a:xfrm>
        </p:grpSpPr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CA535D59-CDAA-4AA9-84AC-A6142E857FE2}"/>
                </a:ext>
              </a:extLst>
            </p:cNvPr>
            <p:cNvSpPr/>
            <p:nvPr/>
          </p:nvSpPr>
          <p:spPr>
            <a:xfrm>
              <a:off x="8122942" y="0"/>
              <a:ext cx="4069058" cy="3547008"/>
            </a:xfrm>
            <a:custGeom>
              <a:avLst/>
              <a:gdLst>
                <a:gd name="connsiteX0" fmla="*/ 305212 w 4069058"/>
                <a:gd name="connsiteY0" fmla="*/ 0 h 3547008"/>
                <a:gd name="connsiteX1" fmla="*/ 4069058 w 4069058"/>
                <a:gd name="connsiteY1" fmla="*/ 0 h 3547008"/>
                <a:gd name="connsiteX2" fmla="*/ 4069058 w 4069058"/>
                <a:gd name="connsiteY2" fmla="*/ 2865785 h 3547008"/>
                <a:gd name="connsiteX3" fmla="*/ 3996814 w 4069058"/>
                <a:gd name="connsiteY3" fmla="*/ 2947457 h 3547008"/>
                <a:gd name="connsiteX4" fmla="*/ 2732780 w 4069058"/>
                <a:gd name="connsiteY4" fmla="*/ 3541640 h 3547008"/>
                <a:gd name="connsiteX5" fmla="*/ 1317550 w 4069058"/>
                <a:gd name="connsiteY5" fmla="*/ 3015110 h 3547008"/>
                <a:gd name="connsiteX6" fmla="*/ 1140977 w 4069058"/>
                <a:gd name="connsiteY6" fmla="*/ 2901419 h 3547008"/>
                <a:gd name="connsiteX7" fmla="*/ 330269 w 4069058"/>
                <a:gd name="connsiteY7" fmla="*/ 2297252 h 3547008"/>
                <a:gd name="connsiteX8" fmla="*/ 13299 w 4069058"/>
                <a:gd name="connsiteY8" fmla="*/ 1599966 h 3547008"/>
                <a:gd name="connsiteX9" fmla="*/ 217457 w 4069058"/>
                <a:gd name="connsiteY9" fmla="*/ 178659 h 354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69058" h="3547008">
                  <a:moveTo>
                    <a:pt x="305212" y="0"/>
                  </a:moveTo>
                  <a:lnTo>
                    <a:pt x="4069058" y="0"/>
                  </a:lnTo>
                  <a:lnTo>
                    <a:pt x="4069058" y="2865785"/>
                  </a:lnTo>
                  <a:lnTo>
                    <a:pt x="3996814" y="2947457"/>
                  </a:lnTo>
                  <a:cubicBezTo>
                    <a:pt x="3654887" y="3311545"/>
                    <a:pt x="3252443" y="3496175"/>
                    <a:pt x="2732780" y="3541640"/>
                  </a:cubicBezTo>
                  <a:cubicBezTo>
                    <a:pt x="2236701" y="3585041"/>
                    <a:pt x="1850359" y="3361306"/>
                    <a:pt x="1317550" y="3015110"/>
                  </a:cubicBezTo>
                  <a:cubicBezTo>
                    <a:pt x="1258026" y="2976425"/>
                    <a:pt x="1198546" y="2938265"/>
                    <a:pt x="1140977" y="2901419"/>
                  </a:cubicBezTo>
                  <a:cubicBezTo>
                    <a:pt x="828927" y="2701433"/>
                    <a:pt x="534230" y="2512513"/>
                    <a:pt x="330269" y="2297252"/>
                  </a:cubicBezTo>
                  <a:cubicBezTo>
                    <a:pt x="135278" y="2091465"/>
                    <a:pt x="37487" y="1876435"/>
                    <a:pt x="13299" y="1599966"/>
                  </a:cubicBezTo>
                  <a:cubicBezTo>
                    <a:pt x="-32170" y="1080250"/>
                    <a:pt x="39709" y="589889"/>
                    <a:pt x="217457" y="178659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CD6948CC-6D51-4092-887C-B0664DC102C7}"/>
                </a:ext>
              </a:extLst>
            </p:cNvPr>
            <p:cNvSpPr/>
            <p:nvPr/>
          </p:nvSpPr>
          <p:spPr>
            <a:xfrm flipH="1">
              <a:off x="8319994" y="0"/>
              <a:ext cx="3872006" cy="3321595"/>
            </a:xfrm>
            <a:custGeom>
              <a:avLst/>
              <a:gdLst>
                <a:gd name="connsiteX0" fmla="*/ 3466434 w 3872006"/>
                <a:gd name="connsiteY0" fmla="*/ 0 h 3321595"/>
                <a:gd name="connsiteX1" fmla="*/ 65800 w 3872006"/>
                <a:gd name="connsiteY1" fmla="*/ 0 h 3321595"/>
                <a:gd name="connsiteX2" fmla="*/ 0 w 3872006"/>
                <a:gd name="connsiteY2" fmla="*/ 59511 h 3321595"/>
                <a:gd name="connsiteX3" fmla="*/ 0 w 3872006"/>
                <a:gd name="connsiteY3" fmla="*/ 2518435 h 3321595"/>
                <a:gd name="connsiteX4" fmla="*/ 80122 w 3872006"/>
                <a:gd name="connsiteY4" fmla="*/ 2618704 h 3321595"/>
                <a:gd name="connsiteX5" fmla="*/ 1549501 w 3872006"/>
                <a:gd name="connsiteY5" fmla="*/ 3321595 h 3321595"/>
                <a:gd name="connsiteX6" fmla="*/ 2796711 w 3872006"/>
                <a:gd name="connsiteY6" fmla="*/ 2749441 h 3321595"/>
                <a:gd name="connsiteX7" fmla="*/ 2948494 w 3872006"/>
                <a:gd name="connsiteY7" fmla="*/ 2635829 h 3321595"/>
                <a:gd name="connsiteX8" fmla="*/ 3638840 w 3872006"/>
                <a:gd name="connsiteY8" fmla="*/ 2041901 h 3321595"/>
                <a:gd name="connsiteX9" fmla="*/ 3872006 w 3872006"/>
                <a:gd name="connsiteY9" fmla="*/ 1404055 h 3321595"/>
                <a:gd name="connsiteX10" fmla="*/ 3467973 w 3872006"/>
                <a:gd name="connsiteY10" fmla="*/ 1974 h 3321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72006" h="3321595">
                  <a:moveTo>
                    <a:pt x="3466434" y="0"/>
                  </a:moveTo>
                  <a:lnTo>
                    <a:pt x="65800" y="0"/>
                  </a:lnTo>
                  <a:lnTo>
                    <a:pt x="0" y="59511"/>
                  </a:lnTo>
                  <a:lnTo>
                    <a:pt x="0" y="2518435"/>
                  </a:lnTo>
                  <a:lnTo>
                    <a:pt x="80122" y="2618704"/>
                  </a:lnTo>
                  <a:cubicBezTo>
                    <a:pt x="490323" y="3108658"/>
                    <a:pt x="942414" y="3321595"/>
                    <a:pt x="1549501" y="3321595"/>
                  </a:cubicBezTo>
                  <a:cubicBezTo>
                    <a:pt x="2004852" y="3321595"/>
                    <a:pt x="2338950" y="3095023"/>
                    <a:pt x="2796711" y="2749441"/>
                  </a:cubicBezTo>
                  <a:cubicBezTo>
                    <a:pt x="2847850" y="2710827"/>
                    <a:pt x="2898991" y="2672676"/>
                    <a:pt x="2948494" y="2635829"/>
                  </a:cubicBezTo>
                  <a:cubicBezTo>
                    <a:pt x="3216812" y="2435869"/>
                    <a:pt x="3470203" y="2246981"/>
                    <a:pt x="3638840" y="2041901"/>
                  </a:cubicBezTo>
                  <a:cubicBezTo>
                    <a:pt x="3800062" y="1845849"/>
                    <a:pt x="3872006" y="1649145"/>
                    <a:pt x="3872006" y="1404055"/>
                  </a:cubicBezTo>
                  <a:cubicBezTo>
                    <a:pt x="3872006" y="866538"/>
                    <a:pt x="3729694" y="376466"/>
                    <a:pt x="3467973" y="1974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F5F9FD94-99CC-42AD-8E66-CF99E8FD5A94}"/>
                </a:ext>
              </a:extLst>
            </p:cNvPr>
            <p:cNvSpPr/>
            <p:nvPr/>
          </p:nvSpPr>
          <p:spPr>
            <a:xfrm flipH="1">
              <a:off x="8729240" y="9274"/>
              <a:ext cx="3462454" cy="3010961"/>
            </a:xfrm>
            <a:custGeom>
              <a:avLst/>
              <a:gdLst>
                <a:gd name="connsiteX0" fmla="*/ 2953507 w 3462454"/>
                <a:gd name="connsiteY0" fmla="*/ 0 h 3010961"/>
                <a:gd name="connsiteX1" fmla="*/ 477652 w 3462454"/>
                <a:gd name="connsiteY1" fmla="*/ 0 h 3010961"/>
                <a:gd name="connsiteX2" fmla="*/ 327396 w 3462454"/>
                <a:gd name="connsiteY2" fmla="*/ 113681 h 3010961"/>
                <a:gd name="connsiteX3" fmla="*/ 46554 w 3462454"/>
                <a:gd name="connsiteY3" fmla="*/ 391785 h 3010961"/>
                <a:gd name="connsiteX4" fmla="*/ 0 w 3462454"/>
                <a:gd name="connsiteY4" fmla="*/ 453516 h 3010961"/>
                <a:gd name="connsiteX5" fmla="*/ 0 w 3462454"/>
                <a:gd name="connsiteY5" fmla="*/ 2083461 h 3010961"/>
                <a:gd name="connsiteX6" fmla="*/ 26382 w 3462454"/>
                <a:gd name="connsiteY6" fmla="*/ 2118637 h 3010961"/>
                <a:gd name="connsiteX7" fmla="*/ 101620 w 3462454"/>
                <a:gd name="connsiteY7" fmla="*/ 2222744 h 3010961"/>
                <a:gd name="connsiteX8" fmla="*/ 1494064 w 3462454"/>
                <a:gd name="connsiteY8" fmla="*/ 3010961 h 3010961"/>
                <a:gd name="connsiteX9" fmla="*/ 2551110 w 3462454"/>
                <a:gd name="connsiteY9" fmla="*/ 2526044 h 3010961"/>
                <a:gd name="connsiteX10" fmla="*/ 2679751 w 3462454"/>
                <a:gd name="connsiteY10" fmla="*/ 2429754 h 3010961"/>
                <a:gd name="connsiteX11" fmla="*/ 3264840 w 3462454"/>
                <a:gd name="connsiteY11" fmla="*/ 1926383 h 3010961"/>
                <a:gd name="connsiteX12" fmla="*/ 3462454 w 3462454"/>
                <a:gd name="connsiteY12" fmla="*/ 1385790 h 3010961"/>
                <a:gd name="connsiteX13" fmla="*/ 3018820 w 3462454"/>
                <a:gd name="connsiteY13" fmla="*/ 67626 h 3010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62454" h="3010961">
                  <a:moveTo>
                    <a:pt x="2953507" y="0"/>
                  </a:moveTo>
                  <a:lnTo>
                    <a:pt x="477652" y="0"/>
                  </a:lnTo>
                  <a:lnTo>
                    <a:pt x="327396" y="113681"/>
                  </a:lnTo>
                  <a:cubicBezTo>
                    <a:pt x="222344" y="200626"/>
                    <a:pt x="128536" y="293564"/>
                    <a:pt x="46554" y="391785"/>
                  </a:cubicBezTo>
                  <a:lnTo>
                    <a:pt x="0" y="453516"/>
                  </a:lnTo>
                  <a:lnTo>
                    <a:pt x="0" y="2083461"/>
                  </a:lnTo>
                  <a:lnTo>
                    <a:pt x="26382" y="2118637"/>
                  </a:lnTo>
                  <a:cubicBezTo>
                    <a:pt x="51135" y="2152065"/>
                    <a:pt x="76235" y="2186586"/>
                    <a:pt x="101620" y="2222744"/>
                  </a:cubicBezTo>
                  <a:cubicBezTo>
                    <a:pt x="489585" y="2775245"/>
                    <a:pt x="906035" y="3010961"/>
                    <a:pt x="1494064" y="3010961"/>
                  </a:cubicBezTo>
                  <a:cubicBezTo>
                    <a:pt x="1879987" y="3010961"/>
                    <a:pt x="2163144" y="2818935"/>
                    <a:pt x="2551110" y="2526044"/>
                  </a:cubicBezTo>
                  <a:cubicBezTo>
                    <a:pt x="2594452" y="2493317"/>
                    <a:pt x="2637795" y="2460984"/>
                    <a:pt x="2679751" y="2429754"/>
                  </a:cubicBezTo>
                  <a:cubicBezTo>
                    <a:pt x="2907158" y="2260282"/>
                    <a:pt x="3121914" y="2100194"/>
                    <a:pt x="3264840" y="1926383"/>
                  </a:cubicBezTo>
                  <a:cubicBezTo>
                    <a:pt x="3401480" y="1760224"/>
                    <a:pt x="3462454" y="1593511"/>
                    <a:pt x="3462454" y="1385790"/>
                  </a:cubicBezTo>
                  <a:cubicBezTo>
                    <a:pt x="3462454" y="865148"/>
                    <a:pt x="3304918" y="397028"/>
                    <a:pt x="3018820" y="67626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F47D3E70-A759-410D-B5DB-855218E138C3}"/>
                </a:ext>
              </a:extLst>
            </p:cNvPr>
            <p:cNvSpPr/>
            <p:nvPr/>
          </p:nvSpPr>
          <p:spPr>
            <a:xfrm flipH="1">
              <a:off x="8243247" y="9274"/>
              <a:ext cx="3948447" cy="3411460"/>
            </a:xfrm>
            <a:custGeom>
              <a:avLst/>
              <a:gdLst>
                <a:gd name="connsiteX0" fmla="*/ 3564894 w 3904481"/>
                <a:gd name="connsiteY0" fmla="*/ 0 h 3411460"/>
                <a:gd name="connsiteX1" fmla="*/ 0 w 3904481"/>
                <a:gd name="connsiteY1" fmla="*/ 0 h 3411460"/>
                <a:gd name="connsiteX2" fmla="*/ 0 w 3904481"/>
                <a:gd name="connsiteY2" fmla="*/ 2659993 h 3411460"/>
                <a:gd name="connsiteX3" fmla="*/ 1876 w 3904481"/>
                <a:gd name="connsiteY3" fmla="*/ 2662425 h 3411460"/>
                <a:gd name="connsiteX4" fmla="*/ 1514161 w 3904481"/>
                <a:gd name="connsiteY4" fmla="*/ 3411460 h 3411460"/>
                <a:gd name="connsiteX5" fmla="*/ 2797788 w 3904481"/>
                <a:gd name="connsiteY5" fmla="*/ 2801744 h 3411460"/>
                <a:gd name="connsiteX6" fmla="*/ 2954004 w 3904481"/>
                <a:gd name="connsiteY6" fmla="*/ 2680673 h 3411460"/>
                <a:gd name="connsiteX7" fmla="*/ 3664508 w 3904481"/>
                <a:gd name="connsiteY7" fmla="*/ 2047754 h 3411460"/>
                <a:gd name="connsiteX8" fmla="*/ 3904481 w 3904481"/>
                <a:gd name="connsiteY8" fmla="*/ 1368033 h 3411460"/>
                <a:gd name="connsiteX9" fmla="*/ 3596499 w 3904481"/>
                <a:gd name="connsiteY9" fmla="*/ 52268 h 3411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04481" h="3411460">
                  <a:moveTo>
                    <a:pt x="3564894" y="0"/>
                  </a:moveTo>
                  <a:lnTo>
                    <a:pt x="0" y="0"/>
                  </a:lnTo>
                  <a:lnTo>
                    <a:pt x="0" y="2659993"/>
                  </a:lnTo>
                  <a:lnTo>
                    <a:pt x="1876" y="2662425"/>
                  </a:lnTo>
                  <a:cubicBezTo>
                    <a:pt x="424055" y="3184544"/>
                    <a:pt x="889346" y="3411460"/>
                    <a:pt x="1514161" y="3411460"/>
                  </a:cubicBezTo>
                  <a:cubicBezTo>
                    <a:pt x="1982808" y="3411460"/>
                    <a:pt x="2326661" y="3170014"/>
                    <a:pt x="2797788" y="2801744"/>
                  </a:cubicBezTo>
                  <a:cubicBezTo>
                    <a:pt x="2850420" y="2760595"/>
                    <a:pt x="2903054" y="2719940"/>
                    <a:pt x="2954004" y="2680673"/>
                  </a:cubicBezTo>
                  <a:cubicBezTo>
                    <a:pt x="3230156" y="2467586"/>
                    <a:pt x="3490946" y="2266297"/>
                    <a:pt x="3664508" y="2047754"/>
                  </a:cubicBezTo>
                  <a:cubicBezTo>
                    <a:pt x="3830437" y="1838832"/>
                    <a:pt x="3904481" y="1629214"/>
                    <a:pt x="3904481" y="1368033"/>
                  </a:cubicBezTo>
                  <a:cubicBezTo>
                    <a:pt x="3904481" y="877057"/>
                    <a:pt x="3796872" y="423228"/>
                    <a:pt x="3596499" y="52268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0302A25-2D4F-4AD5-B0E9-C12184C3599E}"/>
              </a:ext>
            </a:extLst>
          </p:cNvPr>
          <p:cNvGrpSpPr/>
          <p:nvPr/>
        </p:nvGrpSpPr>
        <p:grpSpPr>
          <a:xfrm>
            <a:off x="-1" y="1355238"/>
            <a:ext cx="4381339" cy="5510713"/>
            <a:chOff x="0" y="1347287"/>
            <a:chExt cx="4259808" cy="5510713"/>
          </a:xfrm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227AF03-773A-4B1E-8FED-67198038E60D}"/>
                </a:ext>
              </a:extLst>
            </p:cNvPr>
            <p:cNvSpPr/>
            <p:nvPr/>
          </p:nvSpPr>
          <p:spPr>
            <a:xfrm>
              <a:off x="0" y="1676545"/>
              <a:ext cx="4174269" cy="5181455"/>
            </a:xfrm>
            <a:custGeom>
              <a:avLst/>
              <a:gdLst>
                <a:gd name="connsiteX0" fmla="*/ 1155130 w 4174269"/>
                <a:gd name="connsiteY0" fmla="*/ 990 h 5181455"/>
                <a:gd name="connsiteX1" fmla="*/ 2396955 w 4174269"/>
                <a:gd name="connsiteY1" fmla="*/ 367328 h 5181455"/>
                <a:gd name="connsiteX2" fmla="*/ 3827960 w 4174269"/>
                <a:gd name="connsiteY2" fmla="*/ 4749328 h 5181455"/>
                <a:gd name="connsiteX3" fmla="*/ 3561502 w 4174269"/>
                <a:gd name="connsiteY3" fmla="*/ 5090948 h 5181455"/>
                <a:gd name="connsiteX4" fmla="*/ 3452726 w 4174269"/>
                <a:gd name="connsiteY4" fmla="*/ 5181455 h 5181455"/>
                <a:gd name="connsiteX5" fmla="*/ 0 w 4174269"/>
                <a:gd name="connsiteY5" fmla="*/ 5181455 h 5181455"/>
                <a:gd name="connsiteX6" fmla="*/ 0 w 4174269"/>
                <a:gd name="connsiteY6" fmla="*/ 251605 h 5181455"/>
                <a:gd name="connsiteX7" fmla="*/ 157396 w 4174269"/>
                <a:gd name="connsiteY7" fmla="*/ 182600 h 5181455"/>
                <a:gd name="connsiteX8" fmla="*/ 1155130 w 4174269"/>
                <a:gd name="connsiteY8" fmla="*/ 990 h 5181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74269" h="5181455">
                  <a:moveTo>
                    <a:pt x="1155130" y="990"/>
                  </a:moveTo>
                  <a:cubicBezTo>
                    <a:pt x="1564667" y="12730"/>
                    <a:pt x="1984593" y="129250"/>
                    <a:pt x="2396955" y="367328"/>
                  </a:cubicBezTo>
                  <a:cubicBezTo>
                    <a:pt x="3871760" y="1218807"/>
                    <a:pt x="4678347" y="3276416"/>
                    <a:pt x="3827960" y="4749328"/>
                  </a:cubicBezTo>
                  <a:cubicBezTo>
                    <a:pt x="3748235" y="4887417"/>
                    <a:pt x="3658928" y="4998272"/>
                    <a:pt x="3561502" y="5090948"/>
                  </a:cubicBezTo>
                  <a:lnTo>
                    <a:pt x="3452726" y="5181455"/>
                  </a:lnTo>
                  <a:lnTo>
                    <a:pt x="0" y="5181455"/>
                  </a:lnTo>
                  <a:lnTo>
                    <a:pt x="0" y="251605"/>
                  </a:lnTo>
                  <a:lnTo>
                    <a:pt x="157396" y="182600"/>
                  </a:lnTo>
                  <a:cubicBezTo>
                    <a:pt x="475610" y="54980"/>
                    <a:pt x="811718" y="-8854"/>
                    <a:pt x="1155130" y="990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D6FE8FAD-8A4A-49E1-AFAF-A074482295A9}"/>
                </a:ext>
              </a:extLst>
            </p:cNvPr>
            <p:cNvSpPr/>
            <p:nvPr/>
          </p:nvSpPr>
          <p:spPr>
            <a:xfrm>
              <a:off x="0" y="1347287"/>
              <a:ext cx="4259808" cy="5510713"/>
            </a:xfrm>
            <a:custGeom>
              <a:avLst/>
              <a:gdLst>
                <a:gd name="connsiteX0" fmla="*/ 948905 w 4259808"/>
                <a:gd name="connsiteY0" fmla="*/ 1556 h 5510713"/>
                <a:gd name="connsiteX1" fmla="*/ 2304106 w 4259808"/>
                <a:gd name="connsiteY1" fmla="*/ 405867 h 5510713"/>
                <a:gd name="connsiteX2" fmla="*/ 3890982 w 4259808"/>
                <a:gd name="connsiteY2" fmla="*/ 5156588 h 5510713"/>
                <a:gd name="connsiteX3" fmla="*/ 3680329 w 4259808"/>
                <a:gd name="connsiteY3" fmla="*/ 5445948 h 5510713"/>
                <a:gd name="connsiteX4" fmla="*/ 3616504 w 4259808"/>
                <a:gd name="connsiteY4" fmla="*/ 5510713 h 5510713"/>
                <a:gd name="connsiteX5" fmla="*/ 0 w 4259808"/>
                <a:gd name="connsiteY5" fmla="*/ 5510713 h 5510713"/>
                <a:gd name="connsiteX6" fmla="*/ 0 w 4259808"/>
                <a:gd name="connsiteY6" fmla="*/ 144797 h 5510713"/>
                <a:gd name="connsiteX7" fmla="*/ 164164 w 4259808"/>
                <a:gd name="connsiteY7" fmla="*/ 92266 h 5510713"/>
                <a:gd name="connsiteX8" fmla="*/ 948905 w 4259808"/>
                <a:gd name="connsiteY8" fmla="*/ 1556 h 5510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259808" h="5510713">
                  <a:moveTo>
                    <a:pt x="948905" y="1556"/>
                  </a:moveTo>
                  <a:cubicBezTo>
                    <a:pt x="1395136" y="16867"/>
                    <a:pt x="1853354" y="145625"/>
                    <a:pt x="2304106" y="405867"/>
                  </a:cubicBezTo>
                  <a:cubicBezTo>
                    <a:pt x="3916211" y="1336616"/>
                    <a:pt x="4808028" y="3568218"/>
                    <a:pt x="3890982" y="5156588"/>
                  </a:cubicBezTo>
                  <a:cubicBezTo>
                    <a:pt x="3826502" y="5268272"/>
                    <a:pt x="3756052" y="5363347"/>
                    <a:pt x="3680329" y="5445948"/>
                  </a:cubicBezTo>
                  <a:lnTo>
                    <a:pt x="3616504" y="5510713"/>
                  </a:lnTo>
                  <a:lnTo>
                    <a:pt x="0" y="5510713"/>
                  </a:lnTo>
                  <a:lnTo>
                    <a:pt x="0" y="144797"/>
                  </a:lnTo>
                  <a:lnTo>
                    <a:pt x="164164" y="92266"/>
                  </a:lnTo>
                  <a:cubicBezTo>
                    <a:pt x="418657" y="23914"/>
                    <a:pt x="681631" y="-7614"/>
                    <a:pt x="948905" y="1556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A7C4DFB-FDFD-4F28-8B00-287EB75C79EB}"/>
                </a:ext>
              </a:extLst>
            </p:cNvPr>
            <p:cNvSpPr/>
            <p:nvPr/>
          </p:nvSpPr>
          <p:spPr>
            <a:xfrm>
              <a:off x="0" y="1592806"/>
              <a:ext cx="4029221" cy="5265194"/>
            </a:xfrm>
            <a:custGeom>
              <a:avLst/>
              <a:gdLst>
                <a:gd name="connsiteX0" fmla="*/ 812878 w 4029221"/>
                <a:gd name="connsiteY0" fmla="*/ 840 h 5265194"/>
                <a:gd name="connsiteX1" fmla="*/ 960980 w 4029221"/>
                <a:gd name="connsiteY1" fmla="*/ 1442 h 5265194"/>
                <a:gd name="connsiteX2" fmla="*/ 2216856 w 4029221"/>
                <a:gd name="connsiteY2" fmla="*/ 376120 h 5265194"/>
                <a:gd name="connsiteX3" fmla="*/ 3687427 w 4029221"/>
                <a:gd name="connsiteY3" fmla="*/ 4778650 h 5265194"/>
                <a:gd name="connsiteX4" fmla="*/ 3267677 w 4029221"/>
                <a:gd name="connsiteY4" fmla="*/ 5245601 h 5265194"/>
                <a:gd name="connsiteX5" fmla="*/ 3237167 w 4029221"/>
                <a:gd name="connsiteY5" fmla="*/ 5265194 h 5265194"/>
                <a:gd name="connsiteX6" fmla="*/ 0 w 4029221"/>
                <a:gd name="connsiteY6" fmla="*/ 5265194 h 5265194"/>
                <a:gd name="connsiteX7" fmla="*/ 0 w 4029221"/>
                <a:gd name="connsiteY7" fmla="*/ 162790 h 5265194"/>
                <a:gd name="connsiteX8" fmla="*/ 58408 w 4029221"/>
                <a:gd name="connsiteY8" fmla="*/ 139352 h 5265194"/>
                <a:gd name="connsiteX9" fmla="*/ 812878 w 4029221"/>
                <a:gd name="connsiteY9" fmla="*/ 840 h 5265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29221" h="5265194">
                  <a:moveTo>
                    <a:pt x="812878" y="840"/>
                  </a:moveTo>
                  <a:cubicBezTo>
                    <a:pt x="862065" y="-449"/>
                    <a:pt x="911443" y="-258"/>
                    <a:pt x="960980" y="1442"/>
                  </a:cubicBezTo>
                  <a:cubicBezTo>
                    <a:pt x="1374507" y="15631"/>
                    <a:pt x="1799140" y="134952"/>
                    <a:pt x="2216856" y="376120"/>
                  </a:cubicBezTo>
                  <a:cubicBezTo>
                    <a:pt x="3710806" y="1238652"/>
                    <a:pt x="4537261" y="3306696"/>
                    <a:pt x="3687427" y="4778650"/>
                  </a:cubicBezTo>
                  <a:cubicBezTo>
                    <a:pt x="3567917" y="4985647"/>
                    <a:pt x="3426282" y="5131074"/>
                    <a:pt x="3267677" y="5245601"/>
                  </a:cubicBezTo>
                  <a:lnTo>
                    <a:pt x="3237167" y="5265194"/>
                  </a:lnTo>
                  <a:lnTo>
                    <a:pt x="0" y="5265194"/>
                  </a:lnTo>
                  <a:lnTo>
                    <a:pt x="0" y="162790"/>
                  </a:lnTo>
                  <a:lnTo>
                    <a:pt x="58408" y="139352"/>
                  </a:lnTo>
                  <a:cubicBezTo>
                    <a:pt x="301661" y="55163"/>
                    <a:pt x="554646" y="7607"/>
                    <a:pt x="812878" y="840"/>
                  </a:cubicBezTo>
                  <a:close/>
                </a:path>
              </a:pathLst>
            </a:custGeom>
            <a:noFill/>
            <a:ln w="19050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B6E867DF-0B62-429A-A554-CBE585048439}"/>
                </a:ext>
              </a:extLst>
            </p:cNvPr>
            <p:cNvSpPr/>
            <p:nvPr/>
          </p:nvSpPr>
          <p:spPr>
            <a:xfrm>
              <a:off x="0" y="2147333"/>
              <a:ext cx="3702048" cy="4710667"/>
            </a:xfrm>
            <a:custGeom>
              <a:avLst/>
              <a:gdLst>
                <a:gd name="connsiteX0" fmla="*/ 1057511 w 3702048"/>
                <a:gd name="connsiteY0" fmla="*/ 1243 h 4710667"/>
                <a:gd name="connsiteX1" fmla="*/ 2139959 w 3702048"/>
                <a:gd name="connsiteY1" fmla="*/ 324180 h 4710667"/>
                <a:gd name="connsiteX2" fmla="*/ 3407455 w 3702048"/>
                <a:gd name="connsiteY2" fmla="*/ 4118750 h 4710667"/>
                <a:gd name="connsiteX3" fmla="*/ 2754080 w 3702048"/>
                <a:gd name="connsiteY3" fmla="*/ 4690965 h 4710667"/>
                <a:gd name="connsiteX4" fmla="*/ 2711405 w 3702048"/>
                <a:gd name="connsiteY4" fmla="*/ 4710667 h 4710667"/>
                <a:gd name="connsiteX5" fmla="*/ 0 w 3702048"/>
                <a:gd name="connsiteY5" fmla="*/ 4710667 h 4710667"/>
                <a:gd name="connsiteX6" fmla="*/ 0 w 3702048"/>
                <a:gd name="connsiteY6" fmla="*/ 239601 h 4710667"/>
                <a:gd name="connsiteX7" fmla="*/ 72857 w 3702048"/>
                <a:gd name="connsiteY7" fmla="*/ 203063 h 4710667"/>
                <a:gd name="connsiteX8" fmla="*/ 1057511 w 3702048"/>
                <a:gd name="connsiteY8" fmla="*/ 1243 h 4710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02048" h="4710667">
                  <a:moveTo>
                    <a:pt x="1057511" y="1243"/>
                  </a:moveTo>
                  <a:cubicBezTo>
                    <a:pt x="1413932" y="13473"/>
                    <a:pt x="1779927" y="116316"/>
                    <a:pt x="2139959" y="324180"/>
                  </a:cubicBezTo>
                  <a:cubicBezTo>
                    <a:pt x="3427605" y="1067603"/>
                    <a:pt x="4139931" y="2850064"/>
                    <a:pt x="3407455" y="4118750"/>
                  </a:cubicBezTo>
                  <a:cubicBezTo>
                    <a:pt x="3235777" y="4416105"/>
                    <a:pt x="3011128" y="4566048"/>
                    <a:pt x="2754080" y="4690965"/>
                  </a:cubicBezTo>
                  <a:lnTo>
                    <a:pt x="2711405" y="4710667"/>
                  </a:lnTo>
                  <a:lnTo>
                    <a:pt x="0" y="4710667"/>
                  </a:lnTo>
                  <a:lnTo>
                    <a:pt x="0" y="239601"/>
                  </a:lnTo>
                  <a:lnTo>
                    <a:pt x="72857" y="203063"/>
                  </a:lnTo>
                  <a:cubicBezTo>
                    <a:pt x="383165" y="61024"/>
                    <a:pt x="715942" y="-10476"/>
                    <a:pt x="1057511" y="1243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54296" y="3420734"/>
            <a:ext cx="6665976" cy="2129674"/>
          </a:xfrm>
        </p:spPr>
        <p:txBody>
          <a:bodyPr anchor="b">
            <a:noAutofit/>
          </a:bodyPr>
          <a:lstStyle>
            <a:lvl1pPr algn="l">
              <a:lnSpc>
                <a:spcPct val="110000"/>
              </a:lnSpc>
              <a:defRPr sz="4800" cap="none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E197B67B-BA44-4D2A-B31D-35A89323C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54296" y="6170490"/>
            <a:ext cx="5713314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1D718595-24D3-4517-A62E-C1F493407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54295" y="5550408"/>
            <a:ext cx="6665975" cy="512064"/>
          </a:xfrm>
        </p:spPr>
        <p:txBody>
          <a:bodyPr>
            <a:normAutofit/>
          </a:bodyPr>
          <a:lstStyle>
            <a:lvl1pPr marL="0" indent="0" algn="l">
              <a:lnSpc>
                <a:spcPct val="130000"/>
              </a:lnSpc>
              <a:spcBef>
                <a:spcPts val="0"/>
              </a:spcBef>
              <a:buNone/>
              <a:defRPr sz="20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3C6217BB-A228-414D-92D9-E1D1EFEB8B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0080" y="6170491"/>
            <a:ext cx="2840083" cy="457200"/>
          </a:xfrm>
        </p:spPr>
        <p:txBody>
          <a:bodyPr/>
          <a:lstStyle>
            <a:lvl1pPr algn="l">
              <a:defRPr/>
            </a:lvl1pPr>
          </a:lstStyle>
          <a:p>
            <a:fld id="{E72EB70D-CD01-44DA-83B3-8FEB3383D307}" type="datetime1">
              <a:rPr lang="en-US" smtClean="0"/>
              <a:t>4/22/2026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66963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20240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30290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C1D6427-F07F-4D50-B151-455100AF7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58CFD-9357-46BE-A189-D637A67C8730}" type="datetime1">
              <a:rPr lang="en-US" smtClean="0"/>
              <a:t>4/22/2026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79EFBB2-C5E0-4D57-AB1D-3AA907ECF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AE6B7E1-F60B-4D08-9052-423D6FBFA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25017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0241" y="2456408"/>
            <a:ext cx="4160520" cy="823912"/>
          </a:xfrm>
        </p:spPr>
        <p:txBody>
          <a:bodyPr anchor="b">
            <a:normAutofit/>
          </a:bodyPr>
          <a:lstStyle>
            <a:lvl1pPr marL="0" indent="0">
              <a:lnSpc>
                <a:spcPct val="130000"/>
              </a:lnSpc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20241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30290" y="2456408"/>
            <a:ext cx="4160520" cy="823912"/>
          </a:xfrm>
        </p:spPr>
        <p:txBody>
          <a:bodyPr anchor="b">
            <a:normAutofit/>
          </a:bodyPr>
          <a:lstStyle>
            <a:lvl1pPr marL="0" indent="0">
              <a:lnSpc>
                <a:spcPct val="99000"/>
              </a:lnSpc>
              <a:buNone/>
              <a:defRPr lang="en-US" sz="1800" b="1" kern="1200" cap="all" spc="15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30290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3771BF97-4D2A-43A4-8CDC-2250017EB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742EE-B331-4632-BD10-A82FED6B6FC0}" type="datetime1">
              <a:rPr lang="en-US" smtClean="0"/>
              <a:t>4/22/2026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020661A-DA07-4679-9226-945B5DD24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EFCE38B-E087-4988-BC3A-FE3B55E70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D3BC439C-E995-4E1F-8DE9-75C32785E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08373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F30096C-3491-4EF2-ABB2-D57F3F4B5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BA835-D13F-49F4-8F11-5D576AC65FAD}" type="datetime1">
              <a:rPr lang="en-US" smtClean="0"/>
              <a:t>4/22/2026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9DA3A85-7147-4F32-944A-B079AF514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EDDF50D-95C0-4DA2-BBC6-41774FAC1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4949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9BEFCA-6D6F-4F26-823F-C86CA694B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D1799-ACB5-4CB2-86A2-5C574F1C8706}" type="datetime1">
              <a:rPr lang="en-US" smtClean="0"/>
              <a:t>4/22/2026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2EE2C9-E87D-4495-9EDA-6BC0EDC27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5557A9-903F-4B36-8B06-D9EADF230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8710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640080"/>
            <a:ext cx="3227715" cy="2551751"/>
          </a:xfrm>
        </p:spPr>
        <p:txBody>
          <a:bodyPr anchor="b">
            <a:norm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0160" y="640080"/>
            <a:ext cx="6949440" cy="5455919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3"/>
            <a:ext cx="3227715" cy="2872197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B904BE8-2080-4FFA-9239-A8929E28FA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76488" y="6170491"/>
            <a:ext cx="2214322" cy="457200"/>
          </a:xfrm>
        </p:spPr>
        <p:txBody>
          <a:bodyPr/>
          <a:lstStyle/>
          <a:p>
            <a:fld id="{ED5DD0D6-7A82-473E-879B-C6ECD6CCCFEC}" type="datetime1">
              <a:rPr lang="en-US" smtClean="0"/>
              <a:t>4/22/2026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D5580C6-5CD7-4CDD-977D-0533C84F2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170490"/>
            <a:ext cx="6949440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18D0320-9B66-443F-8E28-8BCF07E08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8669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102651" cy="6857999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1503910"/>
            <a:ext cx="3230625" cy="1687924"/>
          </a:xfrm>
        </p:spPr>
        <p:txBody>
          <a:bodyPr anchor="b">
            <a:no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6"/>
            <a:ext cx="3227832" cy="2872194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41C2A9DB-B176-4069-8734-5B4ED352BA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76488" y="6170491"/>
            <a:ext cx="2214322" cy="457200"/>
          </a:xfrm>
        </p:spPr>
        <p:txBody>
          <a:bodyPr/>
          <a:lstStyle/>
          <a:p>
            <a:fld id="{D4605E03-BC17-41A7-854C-DFAB672737DC}" type="datetime1">
              <a:rPr lang="en-US" smtClean="0"/>
              <a:t>4/22/2026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430F9A2F-C2C4-4E1C-B4B3-07ED84F28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170490"/>
            <a:ext cx="6464410" cy="45720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9BFA0A0-2117-4A10-9DAA-080C21559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0550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397E4A-EB6A-4FA6-AA4F-69EA0C70F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6ED0C-1DA7-41F0-94CF-6218B1FEDFF1}" type="datetime1">
              <a:rPr lang="en-US" smtClean="0"/>
              <a:t>4/22/2026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1A2F5D-7AC4-4F91-965A-7B6A45D6F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6E8B86-CDB8-482F-9D9F-1BFDA3638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3548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965" y="507037"/>
            <a:ext cx="1571626" cy="53399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33700" y="524373"/>
            <a:ext cx="5959577" cy="532259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277965" y="6296615"/>
            <a:ext cx="2505996" cy="365125"/>
          </a:xfrm>
        </p:spPr>
        <p:txBody>
          <a:bodyPr/>
          <a:lstStyle/>
          <a:p>
            <a:fld id="{EECF02AB-6034-4B88-BC5A-7C17CB0EF809}" type="datetime1">
              <a:rPr lang="en-US" smtClean="0"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33699" y="6296615"/>
            <a:ext cx="595957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734643" y="2853201"/>
            <a:ext cx="5383267" cy="604269"/>
          </a:xfrm>
        </p:spPr>
        <p:txBody>
          <a:bodyPr/>
          <a:lstStyle>
            <a:lvl1pPr algn="l">
              <a:defRPr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 title="Rule Line">
            <a:extLst>
              <a:ext uri="{FF2B5EF4-FFF2-40B4-BE49-F238E27FC236}">
                <a16:creationId xmlns:a16="http://schemas.microsoft.com/office/drawing/2014/main" id="{A1005B08-D2D4-455C-AA62-1200E43E7AF9}"/>
              </a:ext>
            </a:extLst>
          </p:cNvPr>
          <p:cNvCxnSpPr/>
          <p:nvPr/>
        </p:nvCxnSpPr>
        <p:spPr>
          <a:xfrm>
            <a:off x="9111582" y="571502"/>
            <a:ext cx="0" cy="5275467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4434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20240" y="442220"/>
            <a:ext cx="8770571" cy="1345269"/>
          </a:xfrm>
          <a:prstGeom prst="rect">
            <a:avLst/>
          </a:prstGeom>
        </p:spPr>
        <p:txBody>
          <a:bodyPr vert="horz" lIns="109728" tIns="109728" rIns="109728" bIns="9144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0240" y="2312276"/>
            <a:ext cx="8770571" cy="3651504"/>
          </a:xfrm>
          <a:prstGeom prst="rect">
            <a:avLst/>
          </a:prstGeom>
        </p:spPr>
        <p:txBody>
          <a:bodyPr vert="horz" lIns="109728" tIns="109728" rIns="109728" bIns="9144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50727" y="6170491"/>
            <a:ext cx="2840083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r">
              <a:defRPr sz="11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C4408324-A84C-4A45-93B6-78D079CCE772}" type="datetime1">
              <a:rPr lang="en-US" smtClean="0"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20240" y="6170490"/>
            <a:ext cx="5667375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1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</p:spPr>
        <p:txBody>
          <a:bodyPr vert="horz" lIns="109728" tIns="109728" rIns="109728" bIns="91440" rtlCol="0" anchor="b"/>
          <a:lstStyle>
            <a:lvl1pPr algn="r">
              <a:defRPr sz="1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  <p:cxnSp>
        <p:nvCxnSpPr>
          <p:cNvPr id="9" name="Straight Connector 8" title="Rule Line">
            <a:extLst>
              <a:ext uri="{FF2B5EF4-FFF2-40B4-BE49-F238E27FC236}">
                <a16:creationId xmlns:a16="http://schemas.microsoft.com/office/drawing/2014/main" id="{430127AE-B29E-4FDF-99D2-A2F1E7003F74}"/>
              </a:ext>
            </a:extLst>
          </p:cNvPr>
          <p:cNvCxnSpPr/>
          <p:nvPr/>
        </p:nvCxnSpPr>
        <p:spPr>
          <a:xfrm>
            <a:off x="1920240" y="2176009"/>
            <a:ext cx="8770571" cy="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7312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</p:sldLayoutIdLst>
  <p:hf sldNum="0" hdr="0" ftr="0" dt="0"/>
  <p:txStyles>
    <p:titleStyle>
      <a:lvl1pPr algn="l" defTabSz="914400" rtl="0" eaLnBrk="1" latinLnBrk="0" hangingPunct="1">
        <a:lnSpc>
          <a:spcPct val="130000"/>
        </a:lnSpc>
        <a:spcBef>
          <a:spcPct val="0"/>
        </a:spcBef>
        <a:buNone/>
        <a:defRPr sz="3200" b="1" kern="1200" spc="1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800" b="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6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202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22402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25603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28803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DBF1ABE-8590-450D-BB49-BDDCCF3EE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2B41C9-193A-FEC7-08DC-0023FB419C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982" r="-1" b="-1"/>
          <a:stretch>
            <a:fillRect/>
          </a:stretch>
        </p:blipFill>
        <p:spPr>
          <a:xfrm>
            <a:off x="1524" y="14068"/>
            <a:ext cx="12188952" cy="7475518"/>
          </a:xfrm>
          <a:prstGeom prst="rect">
            <a:avLst/>
          </a:pr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91F8D69-709A-4575-A393-B4C26481A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66083" y="0"/>
            <a:ext cx="9841377" cy="6858000"/>
          </a:xfrm>
          <a:custGeom>
            <a:avLst/>
            <a:gdLst>
              <a:gd name="connsiteX0" fmla="*/ 8218354 w 9841377"/>
              <a:gd name="connsiteY0" fmla="*/ 0 h 6858000"/>
              <a:gd name="connsiteX1" fmla="*/ 5551962 w 9841377"/>
              <a:gd name="connsiteY1" fmla="*/ 0 h 6858000"/>
              <a:gd name="connsiteX2" fmla="*/ 5482342 w 9841377"/>
              <a:gd name="connsiteY2" fmla="*/ 0 h 6858000"/>
              <a:gd name="connsiteX3" fmla="*/ 4359035 w 9841377"/>
              <a:gd name="connsiteY3" fmla="*/ 0 h 6858000"/>
              <a:gd name="connsiteX4" fmla="*/ 4289415 w 9841377"/>
              <a:gd name="connsiteY4" fmla="*/ 0 h 6858000"/>
              <a:gd name="connsiteX5" fmla="*/ 1623023 w 9841377"/>
              <a:gd name="connsiteY5" fmla="*/ 0 h 6858000"/>
              <a:gd name="connsiteX6" fmla="*/ 1600899 w 9841377"/>
              <a:gd name="connsiteY6" fmla="*/ 14997 h 6858000"/>
              <a:gd name="connsiteX7" fmla="*/ 0 w 9841377"/>
              <a:gd name="connsiteY7" fmla="*/ 3621656 h 6858000"/>
              <a:gd name="connsiteX8" fmla="*/ 1874350 w 9841377"/>
              <a:gd name="connsiteY8" fmla="*/ 6374814 h 6858000"/>
              <a:gd name="connsiteX9" fmla="*/ 2390998 w 9841377"/>
              <a:gd name="connsiteY9" fmla="*/ 6780599 h 6858000"/>
              <a:gd name="connsiteX10" fmla="*/ 2502754 w 9841377"/>
              <a:gd name="connsiteY10" fmla="*/ 6858000 h 6858000"/>
              <a:gd name="connsiteX11" fmla="*/ 4289415 w 9841377"/>
              <a:gd name="connsiteY11" fmla="*/ 6858000 h 6858000"/>
              <a:gd name="connsiteX12" fmla="*/ 4359035 w 9841377"/>
              <a:gd name="connsiteY12" fmla="*/ 6858000 h 6858000"/>
              <a:gd name="connsiteX13" fmla="*/ 5482342 w 9841377"/>
              <a:gd name="connsiteY13" fmla="*/ 6858000 h 6858000"/>
              <a:gd name="connsiteX14" fmla="*/ 5551962 w 9841377"/>
              <a:gd name="connsiteY14" fmla="*/ 6858000 h 6858000"/>
              <a:gd name="connsiteX15" fmla="*/ 7338623 w 9841377"/>
              <a:gd name="connsiteY15" fmla="*/ 6858000 h 6858000"/>
              <a:gd name="connsiteX16" fmla="*/ 7450379 w 9841377"/>
              <a:gd name="connsiteY16" fmla="*/ 6780599 h 6858000"/>
              <a:gd name="connsiteX17" fmla="*/ 7967027 w 9841377"/>
              <a:gd name="connsiteY17" fmla="*/ 6374814 h 6858000"/>
              <a:gd name="connsiteX18" fmla="*/ 9841377 w 9841377"/>
              <a:gd name="connsiteY18" fmla="*/ 3621656 h 6858000"/>
              <a:gd name="connsiteX19" fmla="*/ 8240478 w 9841377"/>
              <a:gd name="connsiteY19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9841377" h="6858000">
                <a:moveTo>
                  <a:pt x="8218354" y="0"/>
                </a:moveTo>
                <a:lnTo>
                  <a:pt x="5551962" y="0"/>
                </a:lnTo>
                <a:lnTo>
                  <a:pt x="5482342" y="0"/>
                </a:lnTo>
                <a:lnTo>
                  <a:pt x="4359035" y="0"/>
                </a:lnTo>
                <a:lnTo>
                  <a:pt x="4289415" y="0"/>
                </a:lnTo>
                <a:lnTo>
                  <a:pt x="1623023" y="0"/>
                </a:lnTo>
                <a:lnTo>
                  <a:pt x="1600899" y="14997"/>
                </a:lnTo>
                <a:cubicBezTo>
                  <a:pt x="573736" y="754641"/>
                  <a:pt x="0" y="2093192"/>
                  <a:pt x="0" y="3621656"/>
                </a:cubicBezTo>
                <a:cubicBezTo>
                  <a:pt x="0" y="4969131"/>
                  <a:pt x="928725" y="5602839"/>
                  <a:pt x="1874350" y="6374814"/>
                </a:cubicBezTo>
                <a:cubicBezTo>
                  <a:pt x="2046553" y="6515397"/>
                  <a:pt x="2217180" y="6653108"/>
                  <a:pt x="2390998" y="6780599"/>
                </a:cubicBezTo>
                <a:lnTo>
                  <a:pt x="2502754" y="6858000"/>
                </a:lnTo>
                <a:lnTo>
                  <a:pt x="4289415" y="6858000"/>
                </a:lnTo>
                <a:lnTo>
                  <a:pt x="4359035" y="6858000"/>
                </a:lnTo>
                <a:lnTo>
                  <a:pt x="5482342" y="6858000"/>
                </a:lnTo>
                <a:lnTo>
                  <a:pt x="5551962" y="6858000"/>
                </a:lnTo>
                <a:lnTo>
                  <a:pt x="7338623" y="6858000"/>
                </a:lnTo>
                <a:lnTo>
                  <a:pt x="7450379" y="6780599"/>
                </a:lnTo>
                <a:cubicBezTo>
                  <a:pt x="7624197" y="6653108"/>
                  <a:pt x="7794824" y="6515397"/>
                  <a:pt x="7967027" y="6374814"/>
                </a:cubicBezTo>
                <a:cubicBezTo>
                  <a:pt x="8912652" y="5602839"/>
                  <a:pt x="9841377" y="4969131"/>
                  <a:pt x="9841377" y="3621656"/>
                </a:cubicBezTo>
                <a:cubicBezTo>
                  <a:pt x="9841377" y="2093192"/>
                  <a:pt x="9267641" y="754641"/>
                  <a:pt x="8240478" y="14997"/>
                </a:cubicBezTo>
                <a:close/>
              </a:path>
            </a:pathLst>
          </a:cu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C87A50C4-1191-461A-9E09-C8057F2AF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035" y="0"/>
            <a:ext cx="2265453" cy="6858000"/>
          </a:xfrm>
          <a:custGeom>
            <a:avLst/>
            <a:gdLst>
              <a:gd name="connsiteX0" fmla="*/ 1117108 w 2265453"/>
              <a:gd name="connsiteY0" fmla="*/ 0 h 6858000"/>
              <a:gd name="connsiteX1" fmla="*/ 1099628 w 2265453"/>
              <a:gd name="connsiteY1" fmla="*/ 0 h 6858000"/>
              <a:gd name="connsiteX2" fmla="*/ 1175238 w 2265453"/>
              <a:gd name="connsiteY2" fmla="*/ 82371 h 6858000"/>
              <a:gd name="connsiteX3" fmla="*/ 2240276 w 2265453"/>
              <a:gd name="connsiteY3" fmla="*/ 3734791 h 6858000"/>
              <a:gd name="connsiteX4" fmla="*/ 274951 w 2265453"/>
              <a:gd name="connsiteY4" fmla="*/ 6634678 h 6858000"/>
              <a:gd name="connsiteX5" fmla="*/ 12802 w 2265453"/>
              <a:gd name="connsiteY5" fmla="*/ 6848127 h 6858000"/>
              <a:gd name="connsiteX6" fmla="*/ 0 w 2265453"/>
              <a:gd name="connsiteY6" fmla="*/ 6858000 h 6858000"/>
              <a:gd name="connsiteX7" fmla="*/ 19410 w 2265453"/>
              <a:gd name="connsiteY7" fmla="*/ 6858000 h 6858000"/>
              <a:gd name="connsiteX8" fmla="*/ 31082 w 2265453"/>
              <a:gd name="connsiteY8" fmla="*/ 6848998 h 6858000"/>
              <a:gd name="connsiteX9" fmla="*/ 293230 w 2265453"/>
              <a:gd name="connsiteY9" fmla="*/ 6635549 h 6858000"/>
              <a:gd name="connsiteX10" fmla="*/ 2258555 w 2265453"/>
              <a:gd name="connsiteY10" fmla="*/ 3735662 h 6858000"/>
              <a:gd name="connsiteX11" fmla="*/ 1193518 w 2265453"/>
              <a:gd name="connsiteY11" fmla="*/ 8324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65453" h="6858000">
                <a:moveTo>
                  <a:pt x="1117108" y="0"/>
                </a:moveTo>
                <a:lnTo>
                  <a:pt x="1099628" y="0"/>
                </a:lnTo>
                <a:lnTo>
                  <a:pt x="1175238" y="82371"/>
                </a:lnTo>
                <a:cubicBezTo>
                  <a:pt x="1926546" y="957940"/>
                  <a:pt x="2303836" y="2277119"/>
                  <a:pt x="2240276" y="3734791"/>
                </a:cubicBezTo>
                <a:cubicBezTo>
                  <a:pt x="2176522" y="5196911"/>
                  <a:pt x="1237280" y="5841173"/>
                  <a:pt x="274951" y="6634678"/>
                </a:cubicBezTo>
                <a:cubicBezTo>
                  <a:pt x="187328" y="6706930"/>
                  <a:pt x="100126" y="6778421"/>
                  <a:pt x="12802" y="6848127"/>
                </a:cubicBezTo>
                <a:lnTo>
                  <a:pt x="0" y="6858000"/>
                </a:lnTo>
                <a:lnTo>
                  <a:pt x="19410" y="6858000"/>
                </a:lnTo>
                <a:lnTo>
                  <a:pt x="31082" y="6848998"/>
                </a:lnTo>
                <a:cubicBezTo>
                  <a:pt x="118405" y="6779292"/>
                  <a:pt x="205608" y="6707801"/>
                  <a:pt x="293230" y="6635549"/>
                </a:cubicBezTo>
                <a:cubicBezTo>
                  <a:pt x="1255560" y="5842045"/>
                  <a:pt x="2194802" y="5197782"/>
                  <a:pt x="2258555" y="3735662"/>
                </a:cubicBezTo>
                <a:cubicBezTo>
                  <a:pt x="2322115" y="2277991"/>
                  <a:pt x="1944825" y="958811"/>
                  <a:pt x="1193518" y="8324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BC87DA9F-8DB2-4D48-8716-A928FBB8A5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033" y="0"/>
            <a:ext cx="2486322" cy="6858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195EA065-AC5D-431D-927E-87FF058848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96194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6934B3C-D73F-4CD0-95B1-0244D662D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23292" y="0"/>
            <a:ext cx="2486322" cy="6858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811AE3-1618-E799-6F25-962B735A76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50671" y="1050968"/>
            <a:ext cx="9001495" cy="1775359"/>
          </a:xfrm>
        </p:spPr>
        <p:txBody>
          <a:bodyPr anchor="b">
            <a:normAutofit fontScale="90000"/>
          </a:bodyPr>
          <a:lstStyle/>
          <a:p>
            <a:pPr algn="ctr"/>
            <a:r>
              <a:rPr lang="en-US" sz="4400" dirty="0"/>
              <a:t>Azure-Based Situation-Aware Cricket Analytics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623887-1869-98C5-1885-3194C3F927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7355" y="3737759"/>
            <a:ext cx="5224413" cy="1297379"/>
          </a:xfrm>
        </p:spPr>
        <p:txBody>
          <a:bodyPr anchor="t">
            <a:normAutofit fontScale="92500" lnSpcReduction="20000"/>
          </a:bodyPr>
          <a:lstStyle/>
          <a:p>
            <a:r>
              <a:rPr lang="en-US" sz="1800" dirty="0"/>
              <a:t>T Chetan Satvik – 2320090026</a:t>
            </a:r>
          </a:p>
          <a:p>
            <a:r>
              <a:rPr lang="en-US" sz="1800" dirty="0"/>
              <a:t>Ch Nikith – 2320090023</a:t>
            </a:r>
          </a:p>
          <a:p>
            <a:r>
              <a:rPr lang="en-US" sz="1800" dirty="0"/>
              <a:t>K Venkata </a:t>
            </a:r>
            <a:r>
              <a:rPr lang="en-US" sz="1800" dirty="0" err="1"/>
              <a:t>Vihaari</a:t>
            </a:r>
            <a:r>
              <a:rPr lang="en-US" sz="1800" dirty="0"/>
              <a:t> - 2320090027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14366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C5102-5A17-3DEA-9601-F9F0AA31B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dirty="0"/>
              <a:t>INTRODUCTION &amp; MOTIVATION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9D1AB6-137E-1FDE-C05C-666F823EFB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0240" y="2312275"/>
            <a:ext cx="8770571" cy="4349781"/>
          </a:xfrm>
        </p:spPr>
        <p:txBody>
          <a:bodyPr>
            <a:normAutofit lnSpcReduction="10000"/>
          </a:bodyPr>
          <a:lstStyle/>
          <a:p>
            <a:r>
              <a:rPr lang="en-IN" sz="2000" b="1" dirty="0"/>
              <a:t>Introduction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Modern analytics requires scalable cloud platforms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Large cricket datasets need flexible storage &amp; processing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Insights must be delivered through interactive dashboards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Cloud enables centralized analytics access</a:t>
            </a:r>
          </a:p>
          <a:p>
            <a:r>
              <a:rPr lang="en-IN" sz="2000" b="1" dirty="0"/>
              <a:t>Motivation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Big Data insights alone are not sufficient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Teams require visual, real-time decision support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Need scalable and accessible analytics platform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7693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019F4-58E7-DD45-4ED7-74A7192F8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dirty="0"/>
              <a:t>INTRODUCTION &amp; MOTIVATION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AF758-4809-CC01-6C84-CA7138EF6A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000" b="1" dirty="0"/>
              <a:t>Real-World Relevance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Sports organizations use cloud analytics platforms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Cloud allows faster processing and visualization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Supports real-time decision making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2299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D39D4-B4DA-EE29-05DF-56642D2FA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dirty="0"/>
              <a:t>OBJECTIVES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5C4697-2D71-9206-AEAD-894FD571E8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0240" y="2312276"/>
            <a:ext cx="8770571" cy="4355810"/>
          </a:xfrm>
        </p:spPr>
        <p:txBody>
          <a:bodyPr>
            <a:normAutofit/>
          </a:bodyPr>
          <a:lstStyle/>
          <a:p>
            <a:r>
              <a:rPr lang="en-IN" sz="2000" b="1" dirty="0"/>
              <a:t>Primary Objective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Build a cloud-based analytics platform to deliver situation-aware cricket insights</a:t>
            </a:r>
          </a:p>
          <a:p>
            <a:r>
              <a:rPr lang="en-IN" sz="2000" b="1" dirty="0"/>
              <a:t>Specific Goals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Store cricket datasets using Azure storage services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Manage structured and semi-structured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Process analytics data using Azure services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Create interactive Power BI dashboards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Provide decision-support visualization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29457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009BC-61FC-8156-1BF7-41BA78349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dirty="0"/>
              <a:t>OBJECTIVES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975972-E927-F73D-50CD-3B2745339E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000" b="1" dirty="0"/>
              <a:t>Expected Outcome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Cloud-hosted analytics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Real-time style dashboards for batting decisions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39357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76E50-7BFC-1C76-2191-AEA221A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dirty="0"/>
              <a:t>LITERATURE SURVEY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CF95A8-5BF7-386B-5A65-2522CACFBB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0240" y="2312276"/>
            <a:ext cx="8770571" cy="4341742"/>
          </a:xfrm>
        </p:spPr>
        <p:txBody>
          <a:bodyPr>
            <a:normAutofit fontScale="92500" lnSpcReduction="20000"/>
          </a:bodyPr>
          <a:lstStyle/>
          <a:p>
            <a:r>
              <a:rPr lang="en-IN" sz="2200" b="1" dirty="0"/>
              <a:t>Existing 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700" dirty="0"/>
              <a:t>Cloud platforms widely used for analytics solutions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700" dirty="0"/>
              <a:t>Azure supports scalable data storage and analytics workloads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700" dirty="0"/>
              <a:t>Power BI used for sports performance visualization</a:t>
            </a:r>
          </a:p>
          <a:p>
            <a:r>
              <a:rPr lang="en-IN" sz="2200" b="1" dirty="0"/>
              <a:t>Limitations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700" dirty="0"/>
              <a:t>Most systems focus only on reporting dashboards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700" dirty="0"/>
              <a:t>Limited integration with match-situation analytics</a:t>
            </a:r>
          </a:p>
          <a:p>
            <a:r>
              <a:rPr lang="en-IN" sz="2200" b="1" dirty="0"/>
              <a:t>Gap Identified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700" dirty="0"/>
              <a:t>Lack of cloud platforms delivering situation-aware cricket decision analytics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77668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17B6F-E863-7683-E922-E6AA860F2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dirty="0"/>
              <a:t>PROPOSED METHODOLOGY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1C0D3-FC83-6B04-CC45-CD798ECE61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0240" y="2312275"/>
            <a:ext cx="8770571" cy="4398013"/>
          </a:xfrm>
        </p:spPr>
        <p:txBody>
          <a:bodyPr>
            <a:normAutofit/>
          </a:bodyPr>
          <a:lstStyle/>
          <a:p>
            <a:r>
              <a:rPr lang="en-IN" sz="2000" b="1" dirty="0"/>
              <a:t>Overall Approach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Extend Big Data insights into cloud environment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Use Azure services for storage, processing, and visualization</a:t>
            </a:r>
          </a:p>
          <a:p>
            <a:r>
              <a:rPr lang="en-IN" sz="2000" b="1" dirty="0"/>
              <a:t>Workflow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Data Upload to Azure Storage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Data Processing &amp;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Database Integration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Dashboard Creation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Insight Delivery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70161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E75D2-AC45-A450-1B9F-B9CF474C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dirty="0"/>
              <a:t>SYSTEM ARCHITECTURE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F7BEDFF-9F2C-B709-ACAF-CDA4EF4A2B3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920240" y="2724409"/>
            <a:ext cx="7294098" cy="1908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</a:rPr>
              <a:t>Data Source: Processed cricket datasets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</a:rPr>
              <a:t>  Azure Blob Storage → raw data storage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</a:rPr>
              <a:t>  Azure SQL Database → structured analytics data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</a:rPr>
              <a:t>  Azure Cosmos DB → semi-structured match data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</a:rPr>
              <a:t>  Power BI → visualization &amp; dashboards</a:t>
            </a:r>
          </a:p>
        </p:txBody>
      </p:sp>
    </p:spTree>
    <p:extLst>
      <p:ext uri="{BB962C8B-B14F-4D97-AF65-F5344CB8AC3E}">
        <p14:creationId xmlns:p14="http://schemas.microsoft.com/office/powerpoint/2010/main" val="36824080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950AD4C-6AF3-49F8-94E1-DBCAFB394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diagram of a cloud based architecture&#10;&#10;AI-generated content may be incorrect.">
            <a:extLst>
              <a:ext uri="{FF2B5EF4-FFF2-40B4-BE49-F238E27FC236}">
                <a16:creationId xmlns:a16="http://schemas.microsoft.com/office/drawing/2014/main" id="{34C6EB8E-D971-C850-32E4-98A0397A05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0" b="15640"/>
          <a:stretch>
            <a:fillRect/>
          </a:stretch>
        </p:blipFill>
        <p:spPr>
          <a:xfrm>
            <a:off x="-1" y="10"/>
            <a:ext cx="12192000" cy="6857990"/>
          </a:xfrm>
          <a:prstGeom prst="rect">
            <a:avLst/>
          </a:prstGeom>
        </p:spPr>
      </p:pic>
      <p:sp>
        <p:nvSpPr>
          <p:cNvPr id="13" name="Freeform: Shape 9">
            <a:extLst>
              <a:ext uri="{FF2B5EF4-FFF2-40B4-BE49-F238E27FC236}">
                <a16:creationId xmlns:a16="http://schemas.microsoft.com/office/drawing/2014/main" id="{3EC0ED83-BE8E-4179-8395-6B4B699E6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88399" y="4451075"/>
            <a:ext cx="5603449" cy="2406925"/>
          </a:xfrm>
          <a:custGeom>
            <a:avLst/>
            <a:gdLst>
              <a:gd name="connsiteX0" fmla="*/ 2651867 w 5603449"/>
              <a:gd name="connsiteY0" fmla="*/ 42 h 2406925"/>
              <a:gd name="connsiteX1" fmla="*/ 4346005 w 5603449"/>
              <a:gd name="connsiteY1" fmla="*/ 626282 h 2406925"/>
              <a:gd name="connsiteX2" fmla="*/ 4713169 w 5603449"/>
              <a:gd name="connsiteY2" fmla="*/ 865826 h 2406925"/>
              <a:gd name="connsiteX3" fmla="*/ 5539664 w 5603449"/>
              <a:gd name="connsiteY3" fmla="*/ 1594994 h 2406925"/>
              <a:gd name="connsiteX4" fmla="*/ 5603449 w 5603449"/>
              <a:gd name="connsiteY4" fmla="*/ 1728783 h 2406925"/>
              <a:gd name="connsiteX5" fmla="*/ 5603449 w 5603449"/>
              <a:gd name="connsiteY5" fmla="*/ 2406925 h 2406925"/>
              <a:gd name="connsiteX6" fmla="*/ 0 w 5603449"/>
              <a:gd name="connsiteY6" fmla="*/ 2406925 h 2406925"/>
              <a:gd name="connsiteX7" fmla="*/ 79882 w 5603449"/>
              <a:gd name="connsiteY7" fmla="*/ 2248428 h 2406925"/>
              <a:gd name="connsiteX8" fmla="*/ 249326 w 5603449"/>
              <a:gd name="connsiteY8" fmla="*/ 1932853 h 2406925"/>
              <a:gd name="connsiteX9" fmla="*/ 379920 w 5603449"/>
              <a:gd name="connsiteY9" fmla="*/ 1690788 h 2406925"/>
              <a:gd name="connsiteX10" fmla="*/ 1665077 w 5603449"/>
              <a:gd name="connsiteY10" fmla="*/ 209863 h 2406925"/>
              <a:gd name="connsiteX11" fmla="*/ 2651867 w 5603449"/>
              <a:gd name="connsiteY11" fmla="*/ 42 h 2406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603449" h="2406925">
                <a:moveTo>
                  <a:pt x="2651867" y="42"/>
                </a:moveTo>
                <a:cubicBezTo>
                  <a:pt x="3192816" y="3372"/>
                  <a:pt x="3735103" y="208628"/>
                  <a:pt x="4346005" y="626282"/>
                </a:cubicBezTo>
                <a:cubicBezTo>
                  <a:pt x="4473926" y="713755"/>
                  <a:pt x="4595564" y="791097"/>
                  <a:pt x="4713169" y="865826"/>
                </a:cubicBezTo>
                <a:cubicBezTo>
                  <a:pt x="5139734" y="1136988"/>
                  <a:pt x="5377925" y="1298128"/>
                  <a:pt x="5539664" y="1594994"/>
                </a:cubicBezTo>
                <a:lnTo>
                  <a:pt x="5603449" y="1728783"/>
                </a:lnTo>
                <a:lnTo>
                  <a:pt x="5603449" y="2406925"/>
                </a:lnTo>
                <a:lnTo>
                  <a:pt x="0" y="2406925"/>
                </a:lnTo>
                <a:lnTo>
                  <a:pt x="79882" y="2248428"/>
                </a:lnTo>
                <a:cubicBezTo>
                  <a:pt x="134445" y="2144710"/>
                  <a:pt x="191483" y="2039521"/>
                  <a:pt x="249326" y="1932853"/>
                </a:cubicBezTo>
                <a:cubicBezTo>
                  <a:pt x="292040" y="1854194"/>
                  <a:pt x="336117" y="1772817"/>
                  <a:pt x="379920" y="1690788"/>
                </a:cubicBezTo>
                <a:cubicBezTo>
                  <a:pt x="772047" y="956620"/>
                  <a:pt x="1073295" y="456850"/>
                  <a:pt x="1665077" y="209863"/>
                </a:cubicBezTo>
                <a:cubicBezTo>
                  <a:pt x="2003211" y="68739"/>
                  <a:pt x="2327299" y="-1956"/>
                  <a:pt x="2651867" y="42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10699CF-EF22-4E7A-BAB8-CA52991C91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6299" y="4258854"/>
            <a:ext cx="5775701" cy="2599146"/>
          </a:xfrm>
          <a:custGeom>
            <a:avLst/>
            <a:gdLst>
              <a:gd name="connsiteX0" fmla="*/ 2849789 w 5775701"/>
              <a:gd name="connsiteY0" fmla="*/ 37 h 2599146"/>
              <a:gd name="connsiteX1" fmla="*/ 4660004 w 5775701"/>
              <a:gd name="connsiteY1" fmla="*/ 667544 h 2599146"/>
              <a:gd name="connsiteX2" fmla="*/ 5052262 w 5775701"/>
              <a:gd name="connsiteY2" fmla="*/ 923043 h 2599146"/>
              <a:gd name="connsiteX3" fmla="*/ 5764303 w 5775701"/>
              <a:gd name="connsiteY3" fmla="*/ 1458777 h 2599146"/>
              <a:gd name="connsiteX4" fmla="*/ 5775700 w 5775701"/>
              <a:gd name="connsiteY4" fmla="*/ 1473047 h 2599146"/>
              <a:gd name="connsiteX5" fmla="*/ 5775701 w 5775701"/>
              <a:gd name="connsiteY5" fmla="*/ 2599146 h 2599146"/>
              <a:gd name="connsiteX6" fmla="*/ 0 w 5775701"/>
              <a:gd name="connsiteY6" fmla="*/ 2599146 h 2599146"/>
              <a:gd name="connsiteX7" fmla="*/ 99637 w 5775701"/>
              <a:gd name="connsiteY7" fmla="*/ 2401841 h 2599146"/>
              <a:gd name="connsiteX8" fmla="*/ 280920 w 5775701"/>
              <a:gd name="connsiteY8" fmla="*/ 2064848 h 2599146"/>
              <a:gd name="connsiteX9" fmla="*/ 420638 w 5775701"/>
              <a:gd name="connsiteY9" fmla="*/ 1806355 h 2599146"/>
              <a:gd name="connsiteX10" fmla="*/ 1795039 w 5775701"/>
              <a:gd name="connsiteY10" fmla="*/ 224629 h 2599146"/>
              <a:gd name="connsiteX11" fmla="*/ 2849789 w 5775701"/>
              <a:gd name="connsiteY11" fmla="*/ 37 h 2599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775701" h="2599146">
                <a:moveTo>
                  <a:pt x="2849789" y="37"/>
                </a:moveTo>
                <a:cubicBezTo>
                  <a:pt x="3427921" y="3265"/>
                  <a:pt x="4007362" y="222053"/>
                  <a:pt x="4660004" y="667544"/>
                </a:cubicBezTo>
                <a:cubicBezTo>
                  <a:pt x="4796665" y="760846"/>
                  <a:pt x="4926617" y="843339"/>
                  <a:pt x="5052262" y="923043"/>
                </a:cubicBezTo>
                <a:cubicBezTo>
                  <a:pt x="5377778" y="1129628"/>
                  <a:pt x="5600612" y="1276344"/>
                  <a:pt x="5764303" y="1458777"/>
                </a:cubicBezTo>
                <a:lnTo>
                  <a:pt x="5775700" y="1473047"/>
                </a:lnTo>
                <a:lnTo>
                  <a:pt x="5775701" y="2599146"/>
                </a:lnTo>
                <a:lnTo>
                  <a:pt x="0" y="2599146"/>
                </a:lnTo>
                <a:lnTo>
                  <a:pt x="99637" y="2401841"/>
                </a:lnTo>
                <a:cubicBezTo>
                  <a:pt x="158014" y="2291085"/>
                  <a:pt x="219036" y="2178756"/>
                  <a:pt x="280920" y="2064848"/>
                </a:cubicBezTo>
                <a:cubicBezTo>
                  <a:pt x="326618" y="1980851"/>
                  <a:pt x="373774" y="1893951"/>
                  <a:pt x="420638" y="1806355"/>
                </a:cubicBezTo>
                <a:cubicBezTo>
                  <a:pt x="840166" y="1022363"/>
                  <a:pt x="1162427" y="488656"/>
                  <a:pt x="1795039" y="224629"/>
                </a:cubicBezTo>
                <a:cubicBezTo>
                  <a:pt x="2156504" y="73767"/>
                  <a:pt x="2502911" y="-1899"/>
                  <a:pt x="2849789" y="37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6E2316-1D18-4FA2-BDE9-F6E178BF2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81312" y="4560077"/>
            <a:ext cx="5410537" cy="2297923"/>
          </a:xfrm>
          <a:custGeom>
            <a:avLst/>
            <a:gdLst>
              <a:gd name="connsiteX0" fmla="*/ 2495125 w 5410537"/>
              <a:gd name="connsiteY0" fmla="*/ 207 h 2297923"/>
              <a:gd name="connsiteX1" fmla="*/ 4086507 w 5410537"/>
              <a:gd name="connsiteY1" fmla="*/ 607462 h 2297923"/>
              <a:gd name="connsiteX2" fmla="*/ 4431780 w 5410537"/>
              <a:gd name="connsiteY2" fmla="*/ 837612 h 2297923"/>
              <a:gd name="connsiteX3" fmla="*/ 5271130 w 5410537"/>
              <a:gd name="connsiteY3" fmla="*/ 1665805 h 2297923"/>
              <a:gd name="connsiteX4" fmla="*/ 5369192 w 5410537"/>
              <a:gd name="connsiteY4" fmla="*/ 1947596 h 2297923"/>
              <a:gd name="connsiteX5" fmla="*/ 5410537 w 5410537"/>
              <a:gd name="connsiteY5" fmla="*/ 2133764 h 2297923"/>
              <a:gd name="connsiteX6" fmla="*/ 5410537 w 5410537"/>
              <a:gd name="connsiteY6" fmla="*/ 2297923 h 2297923"/>
              <a:gd name="connsiteX7" fmla="*/ 0 w 5410537"/>
              <a:gd name="connsiteY7" fmla="*/ 2297923 h 2297923"/>
              <a:gd name="connsiteX8" fmla="*/ 90869 w 5410537"/>
              <a:gd name="connsiteY8" fmla="*/ 2114793 h 2297923"/>
              <a:gd name="connsiteX9" fmla="*/ 248649 w 5410537"/>
              <a:gd name="connsiteY9" fmla="*/ 1816544 h 2297923"/>
              <a:gd name="connsiteX10" fmla="*/ 370257 w 5410537"/>
              <a:gd name="connsiteY10" fmla="*/ 1587775 h 2297923"/>
              <a:gd name="connsiteX11" fmla="*/ 1570295 w 5410537"/>
              <a:gd name="connsiteY11" fmla="*/ 191878 h 2297923"/>
              <a:gd name="connsiteX12" fmla="*/ 2495125 w 5410537"/>
              <a:gd name="connsiteY12" fmla="*/ 207 h 22979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410537" h="2297923">
                <a:moveTo>
                  <a:pt x="2495125" y="207"/>
                </a:moveTo>
                <a:cubicBezTo>
                  <a:pt x="3002542" y="7471"/>
                  <a:pt x="3511955" y="206405"/>
                  <a:pt x="4086507" y="607462"/>
                </a:cubicBezTo>
                <a:cubicBezTo>
                  <a:pt x="4206817" y="691458"/>
                  <a:pt x="4321194" y="765791"/>
                  <a:pt x="4431780" y="837612"/>
                </a:cubicBezTo>
                <a:cubicBezTo>
                  <a:pt x="4890189" y="1135457"/>
                  <a:pt x="5117289" y="1295036"/>
                  <a:pt x="5271130" y="1665805"/>
                </a:cubicBezTo>
                <a:cubicBezTo>
                  <a:pt x="5309319" y="1757843"/>
                  <a:pt x="5342014" y="1851832"/>
                  <a:pt x="5369192" y="1947596"/>
                </a:cubicBezTo>
                <a:lnTo>
                  <a:pt x="5410537" y="2133764"/>
                </a:lnTo>
                <a:lnTo>
                  <a:pt x="5410537" y="2297923"/>
                </a:lnTo>
                <a:lnTo>
                  <a:pt x="0" y="2297923"/>
                </a:lnTo>
                <a:lnTo>
                  <a:pt x="90869" y="2114793"/>
                </a:lnTo>
                <a:cubicBezTo>
                  <a:pt x="141668" y="2016761"/>
                  <a:pt x="194783" y="1917352"/>
                  <a:pt x="248649" y="1816544"/>
                </a:cubicBezTo>
                <a:cubicBezTo>
                  <a:pt x="288425" y="1742209"/>
                  <a:pt x="329470" y="1665303"/>
                  <a:pt x="370257" y="1587775"/>
                </a:cubicBezTo>
                <a:cubicBezTo>
                  <a:pt x="735379" y="893902"/>
                  <a:pt x="1016114" y="421821"/>
                  <a:pt x="1570295" y="191878"/>
                </a:cubicBezTo>
                <a:cubicBezTo>
                  <a:pt x="1886945" y="60492"/>
                  <a:pt x="2190676" y="-4151"/>
                  <a:pt x="2495125" y="207"/>
                </a:cubicBezTo>
                <a:close/>
              </a:path>
            </a:pathLst>
          </a:cu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21177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0B413-6E47-DF0E-2C1E-7C1817BE6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dirty="0"/>
              <a:t>DATA &amp; CLOUD SERVICES USED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AB5476-250F-0F05-DD3B-60A3198BC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0240" y="2293034"/>
            <a:ext cx="8770571" cy="4122746"/>
          </a:xfrm>
        </p:spPr>
        <p:txBody>
          <a:bodyPr>
            <a:normAutofit fontScale="62500" lnSpcReduction="20000"/>
          </a:bodyPr>
          <a:lstStyle/>
          <a:p>
            <a:r>
              <a:rPr lang="en-IN" sz="3200" b="1" dirty="0"/>
              <a:t>Azure Services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600" dirty="0"/>
              <a:t>Azure Blob Storage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600" dirty="0"/>
              <a:t>Azure SQL Database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600" dirty="0"/>
              <a:t>Azure Cosmos DB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600" dirty="0"/>
              <a:t>Azure Storage Services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600" dirty="0"/>
              <a:t>Power BI</a:t>
            </a:r>
          </a:p>
          <a:p>
            <a:r>
              <a:rPr lang="en-IN" sz="3200" b="1" dirty="0"/>
              <a:t>Data Types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600" dirty="0"/>
              <a:t>Structured data (tables)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600" dirty="0"/>
              <a:t>Semi-structured data (JSON match data)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26173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7DCDD-4AFA-6DB6-E5A5-314E5624E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dirty="0"/>
              <a:t>ANALYTICS &amp; VISUALIZATION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FCCD8D-2B6B-FCF1-2024-5F22ECBFBB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0240" y="2312276"/>
            <a:ext cx="8770571" cy="4103504"/>
          </a:xfrm>
        </p:spPr>
        <p:txBody>
          <a:bodyPr>
            <a:normAutofit fontScale="92500" lnSpcReduction="20000"/>
          </a:bodyPr>
          <a:lstStyle/>
          <a:p>
            <a:r>
              <a:rPr lang="en-IN" sz="2400" b="1" dirty="0"/>
              <a:t>Dashboard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700" dirty="0"/>
              <a:t>Match situation overview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700" dirty="0"/>
              <a:t>Player suitability comparison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700" dirty="0"/>
              <a:t>Situation-wise performance charts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700" dirty="0"/>
              <a:t>Batting recommendation panel</a:t>
            </a:r>
          </a:p>
          <a:p>
            <a:r>
              <a:rPr lang="en-IN" sz="2200" b="1" dirty="0"/>
              <a:t>Visualization Benefits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700" dirty="0"/>
              <a:t>Easy interpretation of insights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700" dirty="0"/>
              <a:t>Interactive filtering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700" dirty="0"/>
              <a:t>Decision-support interface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24757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B76BD-3BFF-3417-EC05-199208ACF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dirty="0"/>
              <a:t>DATA ROLES &amp; WORKLOADS</a:t>
            </a:r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6DDB7FF-ED78-65D5-4E1C-ED646097F8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0240" y="2484686"/>
            <a:ext cx="9080694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Data Roles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  Data Engineer → Data storage &amp; pipelines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  Database Administrator → Azure database management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  Data Analyst → Dashboard creation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Workloads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  Transactional → Data ingestion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  Analytical → Performance analysis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84498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C69BA-AA9C-D4FB-4D73-EE5AE067D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dirty="0"/>
              <a:t>EXPECTED RESULTS</a:t>
            </a:r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481F718-D769-0A2E-F888-22FFFB8CE0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0240" y="2402303"/>
            <a:ext cx="6520375" cy="15388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0" indent="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None/>
              <a:defRPr sz="1800" b="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None/>
              <a:defRPr sz="160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0" indent="-32004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-32004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-32004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92024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4028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6032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88036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/>
              <a:t>  Cloud-hosted cricket analytics platform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/>
              <a:t>  Interactive Power BI dashboards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/>
              <a:t>  Visualization of match situations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/>
              <a:t>  Easy access to analytics insights</a:t>
            </a:r>
          </a:p>
        </p:txBody>
      </p:sp>
    </p:spTree>
    <p:extLst>
      <p:ext uri="{BB962C8B-B14F-4D97-AF65-F5344CB8AC3E}">
        <p14:creationId xmlns:p14="http://schemas.microsoft.com/office/powerpoint/2010/main" val="35815877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4355C-6FEC-B201-171E-98C1BC007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0239" y="780548"/>
            <a:ext cx="8770571" cy="1345269"/>
          </a:xfrm>
        </p:spPr>
        <p:txBody>
          <a:bodyPr/>
          <a:lstStyle/>
          <a:p>
            <a:r>
              <a:rPr lang="en-US" b="0" dirty="0"/>
              <a:t>OUTPUT</a:t>
            </a:r>
            <a:endParaRPr lang="en-IN" b="0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380B136A-3952-074A-A21F-174D933A05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20240" y="2331276"/>
            <a:ext cx="4385285" cy="36512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100A1F9-082B-ABC6-FB4A-1E5236A3F8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8655" y="2331276"/>
            <a:ext cx="4282156" cy="365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1459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962AAB4-859C-B5A4-5A9F-30FF839C5E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35" y="284144"/>
            <a:ext cx="11615930" cy="2941548"/>
          </a:xfrm>
          <a:prstGeom prst="rect">
            <a:avLst/>
          </a:prstGeom>
        </p:spPr>
      </p:pic>
      <p:pic>
        <p:nvPicPr>
          <p:cNvPr id="3" name="Content Placeholder 4">
            <a:extLst>
              <a:ext uri="{FF2B5EF4-FFF2-40B4-BE49-F238E27FC236}">
                <a16:creationId xmlns:a16="http://schemas.microsoft.com/office/drawing/2014/main" id="{0393E5DD-CF94-A86A-CE74-E59AB2976D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" y="3429000"/>
            <a:ext cx="5533014" cy="293308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652556F-7F98-4114-78E8-25A98FF6ED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1242" y="3429000"/>
            <a:ext cx="5533014" cy="2933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9932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6DC20-0B27-439B-313A-FAA9D150A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dirty="0"/>
              <a:t>DELIVERABLES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352E5BC-9208-62B6-87F5-89BE44F38A9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920240" y="2624076"/>
            <a:ext cx="4175760" cy="15388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</a:rPr>
              <a:t>  Azure cloud architecture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</a:rPr>
              <a:t>  Stored cricket datasets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</a:rPr>
              <a:t>  Power BI dashboards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</a:rPr>
              <a:t>  Analytical visual reports</a:t>
            </a:r>
          </a:p>
        </p:txBody>
      </p:sp>
    </p:spTree>
    <p:extLst>
      <p:ext uri="{BB962C8B-B14F-4D97-AF65-F5344CB8AC3E}">
        <p14:creationId xmlns:p14="http://schemas.microsoft.com/office/powerpoint/2010/main" val="23561235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CCAD8-06F6-E1DD-C9D6-924852D56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dirty="0"/>
              <a:t>REFERENCES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E89DE0-4A8D-D9CB-5881-2938202369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Data Analytics &amp; Machine Learning Applications for Player Selection in Cricket (2024)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Systematic Review of Performance Indicators in T20 Cricket (2025)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AI in Cricket Analytics: Transformative Models for Prediction(2026)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Azure Analytics Platform Architecture Design (2024)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5764236"/>
      </p:ext>
    </p:extLst>
  </p:cSld>
  <p:clrMapOvr>
    <a:masterClrMapping/>
  </p:clrMapOvr>
</p:sld>
</file>

<file path=ppt/theme/theme1.xml><?xml version="1.0" encoding="utf-8"?>
<a:theme xmlns:a="http://schemas.openxmlformats.org/drawingml/2006/main" name="SketchLinesVTI">
  <a:themeElements>
    <a:clrScheme name="SketchLines">
      <a:dk1>
        <a:sysClr val="windowText" lastClr="000000"/>
      </a:dk1>
      <a:lt1>
        <a:sysClr val="window" lastClr="FFFFFF"/>
      </a:lt1>
      <a:dk2>
        <a:srgbClr val="564E4E"/>
      </a:dk2>
      <a:lt2>
        <a:srgbClr val="EEEBE2"/>
      </a:lt2>
      <a:accent1>
        <a:srgbClr val="E54837"/>
      </a:accent1>
      <a:accent2>
        <a:srgbClr val="947F53"/>
      </a:accent2>
      <a:accent3>
        <a:srgbClr val="BE8D64"/>
      </a:accent3>
      <a:accent4>
        <a:srgbClr val="E0C171"/>
      </a:accent4>
      <a:accent5>
        <a:srgbClr val="968572"/>
      </a:accent5>
      <a:accent6>
        <a:srgbClr val="855D5D"/>
      </a:accent6>
      <a:hlink>
        <a:srgbClr val="CC9900"/>
      </a:hlink>
      <a:folHlink>
        <a:srgbClr val="96A9A9"/>
      </a:folHlink>
    </a:clrScheme>
    <a:fontScheme name="Custom 7">
      <a:majorFont>
        <a:latin typeface="Meiryo"/>
        <a:ea typeface=""/>
        <a:cs typeface=""/>
      </a:majorFont>
      <a:minorFont>
        <a:latin typeface="Meiryo"/>
        <a:ea typeface=""/>
        <a:cs typeface=""/>
      </a:minorFont>
    </a:fontScheme>
    <a:fmtScheme name="Feathered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tint val="50000"/>
              <a:shade val="83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2540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ketchLinesVTI" id="{8C0B0F05-C8D0-4078-9615-83E590287484}" vid="{43A7BC57-C1E3-4EE6-BDBC-5422DD574AF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457</Words>
  <Application>Microsoft Office PowerPoint</Application>
  <PresentationFormat>Widescreen</PresentationFormat>
  <Paragraphs>103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Meiryo</vt:lpstr>
      <vt:lpstr>Arial</vt:lpstr>
      <vt:lpstr>Corbel</vt:lpstr>
      <vt:lpstr>SketchLinesVTI</vt:lpstr>
      <vt:lpstr>Azure-Based Situation-Aware Cricket Analytics</vt:lpstr>
      <vt:lpstr>INTRODUCTION &amp; MOTIVATION</vt:lpstr>
      <vt:lpstr>INTRODUCTION &amp; MOTIVATION</vt:lpstr>
      <vt:lpstr>OBJECTIVES</vt:lpstr>
      <vt:lpstr>OBJECTIVES</vt:lpstr>
      <vt:lpstr>LITERATURE SURVEY</vt:lpstr>
      <vt:lpstr>PROPOSED METHODOLOGY</vt:lpstr>
      <vt:lpstr>SYSTEM ARCHITECTURE</vt:lpstr>
      <vt:lpstr>PowerPoint Presentation</vt:lpstr>
      <vt:lpstr>DATA &amp; CLOUD SERVICES USED</vt:lpstr>
      <vt:lpstr>ANALYTICS &amp; VISUALIZATION</vt:lpstr>
      <vt:lpstr>DATA ROLES &amp; WORKLOADS</vt:lpstr>
      <vt:lpstr>EXPECTED RESULTS</vt:lpstr>
      <vt:lpstr>OUTPUT</vt:lpstr>
      <vt:lpstr>PowerPoint Presentation</vt:lpstr>
      <vt:lpstr>DELIVERABLES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 CHETAN SATVIK .</dc:creator>
  <cp:lastModifiedBy>Vihaari Koduru</cp:lastModifiedBy>
  <cp:revision>4</cp:revision>
  <dcterms:created xsi:type="dcterms:W3CDTF">2026-02-20T04:37:57Z</dcterms:created>
  <dcterms:modified xsi:type="dcterms:W3CDTF">2026-04-22T06:58:19Z</dcterms:modified>
</cp:coreProperties>
</file>